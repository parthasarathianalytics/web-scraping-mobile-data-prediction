
<file path=[Content_Types].xml><?xml version="1.0" encoding="utf-8"?>
<Types xmlns="http://schemas.openxmlformats.org/package/2006/content-types"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ADC43-1A88-4A34-AE36-61BBE65ACB70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34214-51A0-4F86-A5E4-3540A25BA282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795540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34214-51A0-4F86-A5E4-3540A25BA282}" type="slidenum">
              <a:rPr lang="en-AS" smtClean="0"/>
              <a:t>1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691239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34214-51A0-4F86-A5E4-3540A25BA282}" type="slidenum">
              <a:rPr lang="en-AS" smtClean="0"/>
              <a:t>8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91401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58764-E7BC-4811-B120-1917233D09B1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246D-37D5-4DB1-B228-D06F95F55C4D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98305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58764-E7BC-4811-B120-1917233D09B1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246D-37D5-4DB1-B228-D06F95F55C4D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46042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58764-E7BC-4811-B120-1917233D09B1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246D-37D5-4DB1-B228-D06F95F55C4D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2202672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58764-E7BC-4811-B120-1917233D09B1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246D-37D5-4DB1-B228-D06F95F55C4D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237178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58764-E7BC-4811-B120-1917233D09B1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246D-37D5-4DB1-B228-D06F95F55C4D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897554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58764-E7BC-4811-B120-1917233D09B1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246D-37D5-4DB1-B228-D06F95F55C4D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59833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58764-E7BC-4811-B120-1917233D09B1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246D-37D5-4DB1-B228-D06F95F55C4D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30472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58764-E7BC-4811-B120-1917233D09B1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246D-37D5-4DB1-B228-D06F95F55C4D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289164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58764-E7BC-4811-B120-1917233D09B1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246D-37D5-4DB1-B228-D06F95F55C4D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198673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58764-E7BC-4811-B120-1917233D09B1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246D-37D5-4DB1-B228-D06F95F55C4D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55289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58764-E7BC-4811-B120-1917233D09B1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246D-37D5-4DB1-B228-D06F95F55C4D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045711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58764-E7BC-4811-B120-1917233D09B1}" type="datetimeFigureOut">
              <a:rPr lang="en-AS" smtClean="0"/>
              <a:t>9/22/2025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0246D-37D5-4DB1-B228-D06F95F55C4D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5473878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3" Target="../slideLayouts/slideLayout1.xml" Type="http://schemas.openxmlformats.org/officeDocument/2006/relationships/slideLayout"/><Relationship Id="rId2" Target="../media/media1.mp4" Type="http://schemas.openxmlformats.org/officeDocument/2006/relationships/video"/><Relationship Id="rId1" Target="../media/media1.mp4" Type="http://schemas.microsoft.com/office/2007/relationships/media"/><Relationship Id="rId5" Target="../media/image1.jpe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 ?><Relationships xmlns="http://schemas.openxmlformats.org/package/2006/relationships"><Relationship Id="rId3" Target="../media/hdphoto1.wdp" Type="http://schemas.microsoft.com/office/2007/relationships/hdphoto"/><Relationship Id="rId2" Target="../media/image2.jpeg" Type="http://schemas.openxmlformats.org/officeDocument/2006/relationships/image"/><Relationship Id="rId1" Target="../slideLayouts/slideLayout4.xml" Type="http://schemas.openxmlformats.org/officeDocument/2006/relationships/slideLayout"/></Relationships>
</file>

<file path=ppt/slides/_rels/slide3.xml.rels><?xml version="1.0" encoding="UTF-8" standalone="yes" ?><Relationships xmlns="http://schemas.openxmlformats.org/package/2006/relationships"><Relationship Id="rId3" Target="../media/hdphoto2.wdp" Type="http://schemas.microsoft.com/office/2007/relationships/hdphoto"/><Relationship Id="rId2" Target="../media/image3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4.xml.rels><?xml version="1.0" encoding="UTF-8" standalone="yes" ?><Relationships xmlns="http://schemas.openxmlformats.org/package/2006/relationships"><Relationship Id="rId3" Target="../media/hdphoto3.wdp" Type="http://schemas.microsoft.com/office/2007/relationships/hdphoto"/><Relationship Id="rId2" Target="../media/image4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 ?><Relationships xmlns="http://schemas.openxmlformats.org/package/2006/relationships"><Relationship Id="rId3" Target="../media/hdphoto4.wdp" Type="http://schemas.microsoft.com/office/2007/relationships/hdphoto"/><Relationship Id="rId2" Target="../media/image6.png" Type="http://schemas.openxmlformats.org/officeDocument/2006/relationships/image"/><Relationship Id="rId1" Target="../slideLayouts/slideLayout7.xml" Type="http://schemas.openxmlformats.org/officeDocument/2006/relationships/slideLayout"/><Relationship Id="rId6" Target="../media/image9.png" Type="http://schemas.openxmlformats.org/officeDocument/2006/relationships/image"/><Relationship Id="rId5" Target="../media/image8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7.xml.rels><?xml version="1.0" encoding="UTF-8" standalone="yes" ?><Relationships xmlns="http://schemas.openxmlformats.org/package/2006/relationships"><Relationship Id="rId3" Target="../media/hdphoto5.wdp" Type="http://schemas.microsoft.com/office/2007/relationships/hdphoto"/><Relationship Id="rId2" Target="../media/image10.jpeg" Type="http://schemas.openxmlformats.org/officeDocument/2006/relationships/image"/><Relationship Id="rId1" Target="../slideLayouts/slideLayout7.xml" Type="http://schemas.openxmlformats.org/officeDocument/2006/relationships/slideLayout"/><Relationship Id="rId5" Target="../media/image12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 ?><Relationships xmlns="http://schemas.openxmlformats.org/package/2006/relationships"><Relationship Id="rId3" Target="../slideLayouts/slideLayout7.xml" Type="http://schemas.openxmlformats.org/officeDocument/2006/relationships/slideLayout"/><Relationship Id="rId7" Target="../media/image15.png" Type="http://schemas.openxmlformats.org/officeDocument/2006/relationships/image"/><Relationship Id="rId2" Target="../media/media2.mp4" Type="http://schemas.openxmlformats.org/officeDocument/2006/relationships/video"/><Relationship Id="rId1" Target="../media/media2.mp4" Type="http://schemas.microsoft.com/office/2007/relationships/media"/><Relationship Id="rId6" Target="../media/image14.png" Type="http://schemas.openxmlformats.org/officeDocument/2006/relationships/image"/><Relationship Id="rId5" Target="../media/image13.jpe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 ?><Relationships xmlns="http://schemas.openxmlformats.org/package/2006/relationships"><Relationship Id="rId2" Target="../media/image19.jpe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EC21-8216-6ACF-9542-BA0692F4BC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0C411-5F3F-9CA3-D1E8-22563964E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S"/>
          </a:p>
        </p:txBody>
      </p:sp>
      <p:pic>
        <p:nvPicPr>
          <p:cNvPr id="15" name="Video 14" title="Dots Connecting Lines">
            <a:hlinkClick r:id="" action="ppaction://media"/>
            <a:extLst>
              <a:ext uri="{FF2B5EF4-FFF2-40B4-BE49-F238E27FC236}">
                <a16:creationId xmlns:a16="http://schemas.microsoft.com/office/drawing/2014/main" id="{659BEBA0-79C0-E691-425C-8277EE2F6E4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6BB290D-6496-791F-28AC-EF0B5A7AC4C5}"/>
              </a:ext>
            </a:extLst>
          </p:cNvPr>
          <p:cNvSpPr txBox="1"/>
          <p:nvPr/>
        </p:nvSpPr>
        <p:spPr>
          <a:xfrm>
            <a:off x="1308846" y="0"/>
            <a:ext cx="10883153" cy="6858000"/>
          </a:xfrm>
          <a:custGeom>
            <a:avLst/>
            <a:gdLst/>
            <a:ahLst/>
            <a:cxnLst/>
            <a:rect l="l" t="t" r="r" b="b"/>
            <a:pathLst>
              <a:path w="9964942" h="6858000">
                <a:moveTo>
                  <a:pt x="2157115" y="2579569"/>
                </a:moveTo>
                <a:lnTo>
                  <a:pt x="2024062" y="3038555"/>
                </a:lnTo>
                <a:cubicBezTo>
                  <a:pt x="2017812" y="3059689"/>
                  <a:pt x="2014686" y="3074869"/>
                  <a:pt x="2014686" y="3084096"/>
                </a:cubicBezTo>
                <a:cubicBezTo>
                  <a:pt x="2014686" y="3092431"/>
                  <a:pt x="2018109" y="3099128"/>
                  <a:pt x="2024955" y="3104188"/>
                </a:cubicBezTo>
                <a:cubicBezTo>
                  <a:pt x="2033885" y="3111035"/>
                  <a:pt x="2047131" y="3114457"/>
                  <a:pt x="2064692" y="3114457"/>
                </a:cubicBezTo>
                <a:cubicBezTo>
                  <a:pt x="2106662" y="3114457"/>
                  <a:pt x="2144167" y="3101361"/>
                  <a:pt x="2177207" y="3075167"/>
                </a:cubicBezTo>
                <a:cubicBezTo>
                  <a:pt x="2219474" y="3041532"/>
                  <a:pt x="2251695" y="2996288"/>
                  <a:pt x="2273870" y="2939436"/>
                </a:cubicBezTo>
                <a:cubicBezTo>
                  <a:pt x="2296046" y="2882583"/>
                  <a:pt x="2307134" y="2826177"/>
                  <a:pt x="2307134" y="2770218"/>
                </a:cubicBezTo>
                <a:cubicBezTo>
                  <a:pt x="2307134" y="2729737"/>
                  <a:pt x="2300734" y="2694465"/>
                  <a:pt x="2287935" y="2664401"/>
                </a:cubicBezTo>
                <a:cubicBezTo>
                  <a:pt x="2275135" y="2634338"/>
                  <a:pt x="2255341" y="2611418"/>
                  <a:pt x="2228552" y="2595643"/>
                </a:cubicBezTo>
                <a:cubicBezTo>
                  <a:pt x="2209800" y="2584927"/>
                  <a:pt x="2185987" y="2579569"/>
                  <a:pt x="2157115" y="2579569"/>
                </a:cubicBezTo>
                <a:close/>
                <a:moveTo>
                  <a:pt x="393799" y="2579123"/>
                </a:moveTo>
                <a:cubicBezTo>
                  <a:pt x="388144" y="2579123"/>
                  <a:pt x="381149" y="2579420"/>
                  <a:pt x="372814" y="2580016"/>
                </a:cubicBezTo>
                <a:lnTo>
                  <a:pt x="299145" y="2836744"/>
                </a:lnTo>
                <a:cubicBezTo>
                  <a:pt x="318492" y="2839125"/>
                  <a:pt x="334565" y="2840316"/>
                  <a:pt x="347365" y="2840316"/>
                </a:cubicBezTo>
                <a:cubicBezTo>
                  <a:pt x="388441" y="2840316"/>
                  <a:pt x="420737" y="2821564"/>
                  <a:pt x="444252" y="2784059"/>
                </a:cubicBezTo>
                <a:cubicBezTo>
                  <a:pt x="467767" y="2746554"/>
                  <a:pt x="479525" y="2707413"/>
                  <a:pt x="479525" y="2666634"/>
                </a:cubicBezTo>
                <a:cubicBezTo>
                  <a:pt x="479525" y="2638952"/>
                  <a:pt x="471934" y="2617446"/>
                  <a:pt x="456754" y="2602117"/>
                </a:cubicBezTo>
                <a:cubicBezTo>
                  <a:pt x="441573" y="2586787"/>
                  <a:pt x="420589" y="2579123"/>
                  <a:pt x="393799" y="2579123"/>
                </a:cubicBezTo>
                <a:close/>
                <a:moveTo>
                  <a:pt x="955774" y="2578676"/>
                </a:moveTo>
                <a:cubicBezTo>
                  <a:pt x="949821" y="2578676"/>
                  <a:pt x="942826" y="2578825"/>
                  <a:pt x="934789" y="2579123"/>
                </a:cubicBezTo>
                <a:lnTo>
                  <a:pt x="861566" y="2826922"/>
                </a:lnTo>
                <a:cubicBezTo>
                  <a:pt x="871984" y="2827517"/>
                  <a:pt x="880765" y="2827814"/>
                  <a:pt x="887909" y="2827814"/>
                </a:cubicBezTo>
                <a:cubicBezTo>
                  <a:pt x="931366" y="2827814"/>
                  <a:pt x="967085" y="2812932"/>
                  <a:pt x="995065" y="2783166"/>
                </a:cubicBezTo>
                <a:cubicBezTo>
                  <a:pt x="1023045" y="2753400"/>
                  <a:pt x="1037035" y="2714408"/>
                  <a:pt x="1037035" y="2666187"/>
                </a:cubicBezTo>
                <a:cubicBezTo>
                  <a:pt x="1037035" y="2637612"/>
                  <a:pt x="1029593" y="2615883"/>
                  <a:pt x="1014710" y="2601000"/>
                </a:cubicBezTo>
                <a:cubicBezTo>
                  <a:pt x="999827" y="2586118"/>
                  <a:pt x="980182" y="2578676"/>
                  <a:pt x="955774" y="2578676"/>
                </a:cubicBezTo>
                <a:close/>
                <a:moveTo>
                  <a:pt x="4779169" y="2566175"/>
                </a:moveTo>
                <a:cubicBezTo>
                  <a:pt x="4755654" y="2566175"/>
                  <a:pt x="4735636" y="2570416"/>
                  <a:pt x="4719116" y="2578899"/>
                </a:cubicBezTo>
                <a:cubicBezTo>
                  <a:pt x="4702597" y="2587383"/>
                  <a:pt x="4685407" y="2601596"/>
                  <a:pt x="4667548" y="2621539"/>
                </a:cubicBezTo>
                <a:cubicBezTo>
                  <a:pt x="4649688" y="2641482"/>
                  <a:pt x="4631531" y="2669982"/>
                  <a:pt x="4613076" y="2707040"/>
                </a:cubicBezTo>
                <a:cubicBezTo>
                  <a:pt x="4594622" y="2744099"/>
                  <a:pt x="4577283" y="2794477"/>
                  <a:pt x="4561061" y="2858175"/>
                </a:cubicBezTo>
                <a:cubicBezTo>
                  <a:pt x="4544839" y="2921874"/>
                  <a:pt x="4536728" y="2975006"/>
                  <a:pt x="4536728" y="3017570"/>
                </a:cubicBezTo>
                <a:cubicBezTo>
                  <a:pt x="4536728" y="3053884"/>
                  <a:pt x="4544616" y="3081343"/>
                  <a:pt x="4560391" y="3099947"/>
                </a:cubicBezTo>
                <a:cubicBezTo>
                  <a:pt x="4576167" y="3118550"/>
                  <a:pt x="4596408" y="3127852"/>
                  <a:pt x="4621113" y="3127852"/>
                </a:cubicBezTo>
                <a:cubicBezTo>
                  <a:pt x="4653855" y="3127852"/>
                  <a:pt x="4681686" y="3116988"/>
                  <a:pt x="4704606" y="3095259"/>
                </a:cubicBezTo>
                <a:cubicBezTo>
                  <a:pt x="4750147" y="3052098"/>
                  <a:pt x="4787280" y="2988772"/>
                  <a:pt x="4816004" y="2905280"/>
                </a:cubicBezTo>
                <a:cubicBezTo>
                  <a:pt x="4844727" y="2821787"/>
                  <a:pt x="4859089" y="2747447"/>
                  <a:pt x="4859089" y="2682261"/>
                </a:cubicBezTo>
                <a:cubicBezTo>
                  <a:pt x="4859089" y="2641482"/>
                  <a:pt x="4851424" y="2611939"/>
                  <a:pt x="4836095" y="2593633"/>
                </a:cubicBezTo>
                <a:cubicBezTo>
                  <a:pt x="4820766" y="2575328"/>
                  <a:pt x="4801791" y="2566175"/>
                  <a:pt x="4779169" y="2566175"/>
                </a:cubicBezTo>
                <a:close/>
                <a:moveTo>
                  <a:pt x="5124301" y="2543850"/>
                </a:moveTo>
                <a:lnTo>
                  <a:pt x="5328791" y="2543850"/>
                </a:lnTo>
                <a:lnTo>
                  <a:pt x="5518100" y="2947472"/>
                </a:lnTo>
                <a:lnTo>
                  <a:pt x="5603379" y="2654579"/>
                </a:lnTo>
                <a:cubicBezTo>
                  <a:pt x="5607843" y="2638505"/>
                  <a:pt x="5610076" y="2624218"/>
                  <a:pt x="5610076" y="2611716"/>
                </a:cubicBezTo>
                <a:cubicBezTo>
                  <a:pt x="5610076" y="2596833"/>
                  <a:pt x="5605388" y="2584927"/>
                  <a:pt x="5596012" y="2575997"/>
                </a:cubicBezTo>
                <a:cubicBezTo>
                  <a:pt x="5586635" y="2567068"/>
                  <a:pt x="5570487" y="2561859"/>
                  <a:pt x="5547568" y="2560370"/>
                </a:cubicBezTo>
                <a:lnTo>
                  <a:pt x="5552479" y="2543850"/>
                </a:lnTo>
                <a:lnTo>
                  <a:pt x="5744468" y="2543850"/>
                </a:lnTo>
                <a:lnTo>
                  <a:pt x="5740003" y="2560370"/>
                </a:lnTo>
                <a:cubicBezTo>
                  <a:pt x="5715595" y="2561859"/>
                  <a:pt x="5695429" y="2568705"/>
                  <a:pt x="5679504" y="2580909"/>
                </a:cubicBezTo>
                <a:cubicBezTo>
                  <a:pt x="5663579" y="2593113"/>
                  <a:pt x="5650111" y="2617669"/>
                  <a:pt x="5639097" y="2654579"/>
                </a:cubicBezTo>
                <a:lnTo>
                  <a:pt x="5491311" y="3155980"/>
                </a:lnTo>
                <a:lnTo>
                  <a:pt x="5474345" y="3155980"/>
                </a:lnTo>
                <a:lnTo>
                  <a:pt x="5231457" y="2639845"/>
                </a:lnTo>
                <a:lnTo>
                  <a:pt x="5114032" y="3042127"/>
                </a:lnTo>
                <a:cubicBezTo>
                  <a:pt x="5110162" y="3056117"/>
                  <a:pt x="5108227" y="3068618"/>
                  <a:pt x="5108227" y="3079632"/>
                </a:cubicBezTo>
                <a:cubicBezTo>
                  <a:pt x="5108227" y="3095705"/>
                  <a:pt x="5113511" y="3108579"/>
                  <a:pt x="5124078" y="3118253"/>
                </a:cubicBezTo>
                <a:cubicBezTo>
                  <a:pt x="5134644" y="3127926"/>
                  <a:pt x="5151536" y="3132763"/>
                  <a:pt x="5174754" y="3132763"/>
                </a:cubicBezTo>
                <a:lnTo>
                  <a:pt x="5170735" y="3149283"/>
                </a:lnTo>
                <a:lnTo>
                  <a:pt x="4973389" y="3149283"/>
                </a:lnTo>
                <a:lnTo>
                  <a:pt x="4977407" y="3132763"/>
                </a:lnTo>
                <a:cubicBezTo>
                  <a:pt x="4994374" y="3132763"/>
                  <a:pt x="5006429" y="3131275"/>
                  <a:pt x="5013573" y="3128298"/>
                </a:cubicBezTo>
                <a:cubicBezTo>
                  <a:pt x="5026074" y="3123536"/>
                  <a:pt x="5038278" y="3114383"/>
                  <a:pt x="5050184" y="3100840"/>
                </a:cubicBezTo>
                <a:cubicBezTo>
                  <a:pt x="5062091" y="3087296"/>
                  <a:pt x="5071764" y="3067725"/>
                  <a:pt x="5079206" y="3042127"/>
                </a:cubicBezTo>
                <a:lnTo>
                  <a:pt x="5207347" y="2602340"/>
                </a:lnTo>
                <a:cubicBezTo>
                  <a:pt x="5191571" y="2584778"/>
                  <a:pt x="5178325" y="2573467"/>
                  <a:pt x="5167610" y="2568407"/>
                </a:cubicBezTo>
                <a:cubicBezTo>
                  <a:pt x="5156894" y="2563347"/>
                  <a:pt x="5140821" y="2560668"/>
                  <a:pt x="5119389" y="2560370"/>
                </a:cubicBezTo>
                <a:close/>
                <a:moveTo>
                  <a:pt x="4124474" y="2543850"/>
                </a:moveTo>
                <a:lnTo>
                  <a:pt x="4420046" y="2543850"/>
                </a:lnTo>
                <a:lnTo>
                  <a:pt x="4414242" y="2560370"/>
                </a:lnTo>
                <a:cubicBezTo>
                  <a:pt x="4387453" y="2560370"/>
                  <a:pt x="4366989" y="2566324"/>
                  <a:pt x="4352850" y="2578230"/>
                </a:cubicBezTo>
                <a:cubicBezTo>
                  <a:pt x="4338712" y="2590136"/>
                  <a:pt x="4326285" y="2614990"/>
                  <a:pt x="4315569" y="2652793"/>
                </a:cubicBezTo>
                <a:lnTo>
                  <a:pt x="4204841" y="3040341"/>
                </a:lnTo>
                <a:cubicBezTo>
                  <a:pt x="4196804" y="3067725"/>
                  <a:pt x="4192786" y="3086031"/>
                  <a:pt x="4192786" y="3095259"/>
                </a:cubicBezTo>
                <a:cubicBezTo>
                  <a:pt x="4192786" y="3105974"/>
                  <a:pt x="4196953" y="3114309"/>
                  <a:pt x="4205287" y="3120262"/>
                </a:cubicBezTo>
                <a:cubicBezTo>
                  <a:pt x="4216003" y="3128001"/>
                  <a:pt x="4236244" y="3132168"/>
                  <a:pt x="4266009" y="3132763"/>
                </a:cubicBezTo>
                <a:lnTo>
                  <a:pt x="4261544" y="3149283"/>
                </a:lnTo>
                <a:lnTo>
                  <a:pt x="3961060" y="3149283"/>
                </a:lnTo>
                <a:lnTo>
                  <a:pt x="3965972" y="3132763"/>
                </a:lnTo>
                <a:cubicBezTo>
                  <a:pt x="3996035" y="3132763"/>
                  <a:pt x="4018061" y="3127034"/>
                  <a:pt x="4032051" y="3115574"/>
                </a:cubicBezTo>
                <a:cubicBezTo>
                  <a:pt x="4046041" y="3104114"/>
                  <a:pt x="4058692" y="3079036"/>
                  <a:pt x="4070002" y="3040341"/>
                </a:cubicBezTo>
                <a:lnTo>
                  <a:pt x="4181624" y="2652793"/>
                </a:lnTo>
                <a:cubicBezTo>
                  <a:pt x="4188470" y="2628980"/>
                  <a:pt x="4191893" y="2610972"/>
                  <a:pt x="4191893" y="2598768"/>
                </a:cubicBezTo>
                <a:cubicBezTo>
                  <a:pt x="4191893" y="2587755"/>
                  <a:pt x="4187726" y="2579123"/>
                  <a:pt x="4179391" y="2572872"/>
                </a:cubicBezTo>
                <a:cubicBezTo>
                  <a:pt x="4171057" y="2566621"/>
                  <a:pt x="4151114" y="2562454"/>
                  <a:pt x="4119562" y="2560370"/>
                </a:cubicBezTo>
                <a:close/>
                <a:moveTo>
                  <a:pt x="3577679" y="2543850"/>
                </a:moveTo>
                <a:lnTo>
                  <a:pt x="4064794" y="2543850"/>
                </a:lnTo>
                <a:lnTo>
                  <a:pt x="4018806" y="2706817"/>
                </a:lnTo>
                <a:lnTo>
                  <a:pt x="4002732" y="2706817"/>
                </a:lnTo>
                <a:cubicBezTo>
                  <a:pt x="4003327" y="2698185"/>
                  <a:pt x="4003625" y="2690595"/>
                  <a:pt x="4003625" y="2684046"/>
                </a:cubicBezTo>
                <a:cubicBezTo>
                  <a:pt x="4003625" y="2653090"/>
                  <a:pt x="3994547" y="2629055"/>
                  <a:pt x="3976390" y="2611939"/>
                </a:cubicBezTo>
                <a:cubicBezTo>
                  <a:pt x="3958233" y="2594824"/>
                  <a:pt x="3927574" y="2585076"/>
                  <a:pt x="3884414" y="2582695"/>
                </a:cubicBezTo>
                <a:lnTo>
                  <a:pt x="3749576" y="3038555"/>
                </a:lnTo>
                <a:cubicBezTo>
                  <a:pt x="3742134" y="3063856"/>
                  <a:pt x="3738413" y="3082608"/>
                  <a:pt x="3738413" y="3094812"/>
                </a:cubicBezTo>
                <a:cubicBezTo>
                  <a:pt x="3738413" y="3106123"/>
                  <a:pt x="3743027" y="3115127"/>
                  <a:pt x="3752254" y="3121824"/>
                </a:cubicBezTo>
                <a:cubicBezTo>
                  <a:pt x="3761482" y="3128522"/>
                  <a:pt x="3780234" y="3132168"/>
                  <a:pt x="3808511" y="3132763"/>
                </a:cubicBezTo>
                <a:lnTo>
                  <a:pt x="3804493" y="3149283"/>
                </a:lnTo>
                <a:lnTo>
                  <a:pt x="3504009" y="3149283"/>
                </a:lnTo>
                <a:lnTo>
                  <a:pt x="3509367" y="3132763"/>
                </a:lnTo>
                <a:cubicBezTo>
                  <a:pt x="3540026" y="3132763"/>
                  <a:pt x="3562350" y="3127034"/>
                  <a:pt x="3576340" y="3115574"/>
                </a:cubicBezTo>
                <a:cubicBezTo>
                  <a:pt x="3590329" y="3104114"/>
                  <a:pt x="3603129" y="3078441"/>
                  <a:pt x="3614737" y="3038555"/>
                </a:cubicBezTo>
                <a:lnTo>
                  <a:pt x="3749576" y="2582695"/>
                </a:lnTo>
                <a:cubicBezTo>
                  <a:pt x="3703141" y="2584183"/>
                  <a:pt x="3664297" y="2594303"/>
                  <a:pt x="3633043" y="2613055"/>
                </a:cubicBezTo>
                <a:cubicBezTo>
                  <a:pt x="3601789" y="2631808"/>
                  <a:pt x="3573214" y="2663062"/>
                  <a:pt x="3547318" y="2706817"/>
                </a:cubicBezTo>
                <a:lnTo>
                  <a:pt x="3529905" y="2706817"/>
                </a:lnTo>
                <a:close/>
                <a:moveTo>
                  <a:pt x="2600474" y="2543850"/>
                </a:moveTo>
                <a:lnTo>
                  <a:pt x="2896046" y="2543850"/>
                </a:lnTo>
                <a:lnTo>
                  <a:pt x="2890242" y="2560370"/>
                </a:lnTo>
                <a:cubicBezTo>
                  <a:pt x="2863453" y="2560370"/>
                  <a:pt x="2842989" y="2566324"/>
                  <a:pt x="2828850" y="2578230"/>
                </a:cubicBezTo>
                <a:cubicBezTo>
                  <a:pt x="2814712" y="2590136"/>
                  <a:pt x="2802285" y="2614990"/>
                  <a:pt x="2791569" y="2652793"/>
                </a:cubicBezTo>
                <a:lnTo>
                  <a:pt x="2680841" y="3040341"/>
                </a:lnTo>
                <a:cubicBezTo>
                  <a:pt x="2672804" y="3067725"/>
                  <a:pt x="2668786" y="3086031"/>
                  <a:pt x="2668786" y="3095259"/>
                </a:cubicBezTo>
                <a:cubicBezTo>
                  <a:pt x="2668786" y="3105974"/>
                  <a:pt x="2672953" y="3114309"/>
                  <a:pt x="2681287" y="3120262"/>
                </a:cubicBezTo>
                <a:cubicBezTo>
                  <a:pt x="2692003" y="3128001"/>
                  <a:pt x="2712244" y="3132168"/>
                  <a:pt x="2742009" y="3132763"/>
                </a:cubicBezTo>
                <a:lnTo>
                  <a:pt x="2737544" y="3149283"/>
                </a:lnTo>
                <a:lnTo>
                  <a:pt x="2437060" y="3149283"/>
                </a:lnTo>
                <a:lnTo>
                  <a:pt x="2441972" y="3132763"/>
                </a:lnTo>
                <a:cubicBezTo>
                  <a:pt x="2472035" y="3132763"/>
                  <a:pt x="2494061" y="3127034"/>
                  <a:pt x="2508051" y="3115574"/>
                </a:cubicBezTo>
                <a:cubicBezTo>
                  <a:pt x="2522041" y="3104114"/>
                  <a:pt x="2534692" y="3079036"/>
                  <a:pt x="2546002" y="3040341"/>
                </a:cubicBezTo>
                <a:lnTo>
                  <a:pt x="2657624" y="2652793"/>
                </a:lnTo>
                <a:cubicBezTo>
                  <a:pt x="2664470" y="2628980"/>
                  <a:pt x="2667893" y="2610972"/>
                  <a:pt x="2667893" y="2598768"/>
                </a:cubicBezTo>
                <a:cubicBezTo>
                  <a:pt x="2667893" y="2587755"/>
                  <a:pt x="2663726" y="2579123"/>
                  <a:pt x="2655391" y="2572872"/>
                </a:cubicBezTo>
                <a:cubicBezTo>
                  <a:pt x="2647057" y="2566621"/>
                  <a:pt x="2627114" y="2562454"/>
                  <a:pt x="2595562" y="2560370"/>
                </a:cubicBezTo>
                <a:close/>
                <a:moveTo>
                  <a:pt x="1937445" y="2543850"/>
                </a:moveTo>
                <a:lnTo>
                  <a:pt x="2144613" y="2543850"/>
                </a:lnTo>
                <a:cubicBezTo>
                  <a:pt x="2253853" y="2543850"/>
                  <a:pt x="2332658" y="2565951"/>
                  <a:pt x="2381027" y="2610153"/>
                </a:cubicBezTo>
                <a:cubicBezTo>
                  <a:pt x="2429396" y="2654355"/>
                  <a:pt x="2453580" y="2716342"/>
                  <a:pt x="2453580" y="2796114"/>
                </a:cubicBezTo>
                <a:cubicBezTo>
                  <a:pt x="2453580" y="2852371"/>
                  <a:pt x="2442418" y="2899550"/>
                  <a:pt x="2420094" y="2937650"/>
                </a:cubicBezTo>
                <a:cubicBezTo>
                  <a:pt x="2376339" y="3012064"/>
                  <a:pt x="2324397" y="3065939"/>
                  <a:pt x="2264271" y="3099277"/>
                </a:cubicBezTo>
                <a:cubicBezTo>
                  <a:pt x="2204144" y="3132614"/>
                  <a:pt x="2126903" y="3149283"/>
                  <a:pt x="2032546" y="3149283"/>
                </a:cubicBezTo>
                <a:lnTo>
                  <a:pt x="1778943" y="3149283"/>
                </a:lnTo>
                <a:lnTo>
                  <a:pt x="1784300" y="3132763"/>
                </a:lnTo>
                <a:cubicBezTo>
                  <a:pt x="1813471" y="3132763"/>
                  <a:pt x="1835572" y="3126736"/>
                  <a:pt x="1850603" y="3114681"/>
                </a:cubicBezTo>
                <a:cubicBezTo>
                  <a:pt x="1865635" y="3102626"/>
                  <a:pt x="1878062" y="3080078"/>
                  <a:pt x="1887885" y="3047038"/>
                </a:cubicBezTo>
                <a:lnTo>
                  <a:pt x="1997720" y="2665294"/>
                </a:lnTo>
                <a:cubicBezTo>
                  <a:pt x="2004863" y="2640291"/>
                  <a:pt x="2008436" y="2619753"/>
                  <a:pt x="2008436" y="2603679"/>
                </a:cubicBezTo>
                <a:cubicBezTo>
                  <a:pt x="2008436" y="2589987"/>
                  <a:pt x="2004268" y="2579867"/>
                  <a:pt x="1995934" y="2573318"/>
                </a:cubicBezTo>
                <a:cubicBezTo>
                  <a:pt x="1987600" y="2566770"/>
                  <a:pt x="1966317" y="2562454"/>
                  <a:pt x="1932087" y="2560370"/>
                </a:cubicBezTo>
                <a:close/>
                <a:moveTo>
                  <a:pt x="1341239" y="2543850"/>
                </a:moveTo>
                <a:lnTo>
                  <a:pt x="1823889" y="2543850"/>
                </a:lnTo>
                <a:lnTo>
                  <a:pt x="1785045" y="2695209"/>
                </a:lnTo>
                <a:lnTo>
                  <a:pt x="1768971" y="2695209"/>
                </a:lnTo>
                <a:cubicBezTo>
                  <a:pt x="1767781" y="2665443"/>
                  <a:pt x="1763167" y="2644458"/>
                  <a:pt x="1755130" y="2632254"/>
                </a:cubicBezTo>
                <a:cubicBezTo>
                  <a:pt x="1742628" y="2613204"/>
                  <a:pt x="1726034" y="2599289"/>
                  <a:pt x="1705347" y="2590508"/>
                </a:cubicBezTo>
                <a:cubicBezTo>
                  <a:pt x="1684660" y="2581727"/>
                  <a:pt x="1651099" y="2577337"/>
                  <a:pt x="1604665" y="2577337"/>
                </a:cubicBezTo>
                <a:lnTo>
                  <a:pt x="1547962" y="2577337"/>
                </a:lnTo>
                <a:lnTo>
                  <a:pt x="1480543" y="2812188"/>
                </a:lnTo>
                <a:lnTo>
                  <a:pt x="1501081" y="2812188"/>
                </a:lnTo>
                <a:cubicBezTo>
                  <a:pt x="1555254" y="2812188"/>
                  <a:pt x="1594768" y="2805044"/>
                  <a:pt x="1619622" y="2790756"/>
                </a:cubicBezTo>
                <a:cubicBezTo>
                  <a:pt x="1644476" y="2776469"/>
                  <a:pt x="1665536" y="2751168"/>
                  <a:pt x="1682799" y="2714854"/>
                </a:cubicBezTo>
                <a:lnTo>
                  <a:pt x="1699320" y="2714854"/>
                </a:lnTo>
                <a:lnTo>
                  <a:pt x="1631454" y="2950598"/>
                </a:lnTo>
                <a:lnTo>
                  <a:pt x="1615827" y="2950598"/>
                </a:lnTo>
                <a:cubicBezTo>
                  <a:pt x="1618506" y="2934822"/>
                  <a:pt x="1619846" y="2922023"/>
                  <a:pt x="1619846" y="2912200"/>
                </a:cubicBezTo>
                <a:cubicBezTo>
                  <a:pt x="1619846" y="2895829"/>
                  <a:pt x="1615008" y="2882434"/>
                  <a:pt x="1605335" y="2872016"/>
                </a:cubicBezTo>
                <a:cubicBezTo>
                  <a:pt x="1595661" y="2861598"/>
                  <a:pt x="1583085" y="2854157"/>
                  <a:pt x="1567607" y="2849692"/>
                </a:cubicBezTo>
                <a:cubicBezTo>
                  <a:pt x="1557486" y="2846716"/>
                  <a:pt x="1536502" y="2845227"/>
                  <a:pt x="1504652" y="2845227"/>
                </a:cubicBezTo>
                <a:lnTo>
                  <a:pt x="1469827" y="2845227"/>
                </a:lnTo>
                <a:lnTo>
                  <a:pt x="1411784" y="3048378"/>
                </a:lnTo>
                <a:cubicBezTo>
                  <a:pt x="1406723" y="3066237"/>
                  <a:pt x="1404193" y="3079483"/>
                  <a:pt x="1404193" y="3088115"/>
                </a:cubicBezTo>
                <a:cubicBezTo>
                  <a:pt x="1404193" y="3094961"/>
                  <a:pt x="1407468" y="3100468"/>
                  <a:pt x="1414016" y="3104635"/>
                </a:cubicBezTo>
                <a:cubicBezTo>
                  <a:pt x="1423541" y="3110588"/>
                  <a:pt x="1441549" y="3113564"/>
                  <a:pt x="1468041" y="3113564"/>
                </a:cubicBezTo>
                <a:cubicBezTo>
                  <a:pt x="1518940" y="3113564"/>
                  <a:pt x="1566862" y="3102774"/>
                  <a:pt x="1611809" y="3081194"/>
                </a:cubicBezTo>
                <a:cubicBezTo>
                  <a:pt x="1656755" y="3059614"/>
                  <a:pt x="1697087" y="3026947"/>
                  <a:pt x="1732806" y="2983191"/>
                </a:cubicBezTo>
                <a:lnTo>
                  <a:pt x="1751112" y="2983191"/>
                </a:lnTo>
                <a:lnTo>
                  <a:pt x="1688158" y="3149283"/>
                </a:lnTo>
                <a:lnTo>
                  <a:pt x="1170235" y="3149283"/>
                </a:lnTo>
                <a:lnTo>
                  <a:pt x="1175594" y="3132763"/>
                </a:lnTo>
                <a:cubicBezTo>
                  <a:pt x="1205955" y="3132763"/>
                  <a:pt x="1228130" y="3127034"/>
                  <a:pt x="1242120" y="3115574"/>
                </a:cubicBezTo>
                <a:cubicBezTo>
                  <a:pt x="1256109" y="3104114"/>
                  <a:pt x="1268760" y="3078888"/>
                  <a:pt x="1280071" y="3039895"/>
                </a:cubicBezTo>
                <a:lnTo>
                  <a:pt x="1393924" y="2650114"/>
                </a:lnTo>
                <a:cubicBezTo>
                  <a:pt x="1400175" y="2628385"/>
                  <a:pt x="1403300" y="2611270"/>
                  <a:pt x="1403300" y="2598768"/>
                </a:cubicBezTo>
                <a:cubicBezTo>
                  <a:pt x="1403300" y="2587457"/>
                  <a:pt x="1399282" y="2578751"/>
                  <a:pt x="1391245" y="2572649"/>
                </a:cubicBezTo>
                <a:cubicBezTo>
                  <a:pt x="1383209" y="2566547"/>
                  <a:pt x="1364903" y="2562454"/>
                  <a:pt x="1336328" y="2560370"/>
                </a:cubicBezTo>
                <a:close/>
                <a:moveTo>
                  <a:pt x="731193" y="2543850"/>
                </a:moveTo>
                <a:lnTo>
                  <a:pt x="982117" y="2543850"/>
                </a:lnTo>
                <a:cubicBezTo>
                  <a:pt x="1053852" y="2543850"/>
                  <a:pt x="1104305" y="2556352"/>
                  <a:pt x="1133475" y="2581355"/>
                </a:cubicBezTo>
                <a:cubicBezTo>
                  <a:pt x="1162645" y="2606358"/>
                  <a:pt x="1177230" y="2638505"/>
                  <a:pt x="1177230" y="2677796"/>
                </a:cubicBezTo>
                <a:cubicBezTo>
                  <a:pt x="1177230" y="2719170"/>
                  <a:pt x="1160264" y="2756526"/>
                  <a:pt x="1126331" y="2789863"/>
                </a:cubicBezTo>
                <a:cubicBezTo>
                  <a:pt x="1104900" y="2810699"/>
                  <a:pt x="1066949" y="2828708"/>
                  <a:pt x="1012478" y="2843888"/>
                </a:cubicBezTo>
                <a:lnTo>
                  <a:pt x="1066949" y="3027393"/>
                </a:lnTo>
                <a:cubicBezTo>
                  <a:pt x="1081534" y="3076506"/>
                  <a:pt x="1094259" y="3106123"/>
                  <a:pt x="1105124" y="3116243"/>
                </a:cubicBezTo>
                <a:cubicBezTo>
                  <a:pt x="1115988" y="3126364"/>
                  <a:pt x="1134070" y="3131870"/>
                  <a:pt x="1159372" y="3132763"/>
                </a:cubicBezTo>
                <a:lnTo>
                  <a:pt x="1159372" y="3149283"/>
                </a:lnTo>
                <a:lnTo>
                  <a:pt x="970954" y="3149283"/>
                </a:lnTo>
                <a:lnTo>
                  <a:pt x="885230" y="2853711"/>
                </a:lnTo>
                <a:lnTo>
                  <a:pt x="870496" y="2854604"/>
                </a:lnTo>
                <a:cubicBezTo>
                  <a:pt x="867222" y="2854604"/>
                  <a:pt x="862161" y="2854306"/>
                  <a:pt x="855316" y="2853711"/>
                </a:cubicBezTo>
                <a:lnTo>
                  <a:pt x="801737" y="3037216"/>
                </a:lnTo>
                <a:cubicBezTo>
                  <a:pt x="793998" y="3063112"/>
                  <a:pt x="790128" y="3082162"/>
                  <a:pt x="790128" y="3094366"/>
                </a:cubicBezTo>
                <a:cubicBezTo>
                  <a:pt x="790128" y="3105677"/>
                  <a:pt x="794742" y="3114755"/>
                  <a:pt x="803969" y="3121601"/>
                </a:cubicBezTo>
                <a:cubicBezTo>
                  <a:pt x="813197" y="3128447"/>
                  <a:pt x="832395" y="3132168"/>
                  <a:pt x="861566" y="3132763"/>
                </a:cubicBezTo>
                <a:lnTo>
                  <a:pt x="855316" y="3149283"/>
                </a:lnTo>
                <a:lnTo>
                  <a:pt x="563761" y="3149283"/>
                </a:lnTo>
                <a:lnTo>
                  <a:pt x="569119" y="3132763"/>
                </a:lnTo>
                <a:cubicBezTo>
                  <a:pt x="598289" y="3132763"/>
                  <a:pt x="619646" y="3127108"/>
                  <a:pt x="633189" y="3115797"/>
                </a:cubicBezTo>
                <a:cubicBezTo>
                  <a:pt x="646733" y="3104486"/>
                  <a:pt x="659160" y="3079185"/>
                  <a:pt x="670471" y="3039895"/>
                </a:cubicBezTo>
                <a:lnTo>
                  <a:pt x="782985" y="2651453"/>
                </a:lnTo>
                <a:cubicBezTo>
                  <a:pt x="789236" y="2629724"/>
                  <a:pt x="792361" y="2612609"/>
                  <a:pt x="792361" y="2600107"/>
                </a:cubicBezTo>
                <a:cubicBezTo>
                  <a:pt x="792361" y="2588201"/>
                  <a:pt x="788491" y="2579123"/>
                  <a:pt x="780753" y="2572872"/>
                </a:cubicBezTo>
                <a:cubicBezTo>
                  <a:pt x="773013" y="2566621"/>
                  <a:pt x="755005" y="2562454"/>
                  <a:pt x="726728" y="2560370"/>
                </a:cubicBezTo>
                <a:close/>
                <a:moveTo>
                  <a:pt x="170557" y="2543850"/>
                </a:moveTo>
                <a:lnTo>
                  <a:pt x="410319" y="2543850"/>
                </a:lnTo>
                <a:cubicBezTo>
                  <a:pt x="476101" y="2543850"/>
                  <a:pt x="523428" y="2552185"/>
                  <a:pt x="552301" y="2568854"/>
                </a:cubicBezTo>
                <a:cubicBezTo>
                  <a:pt x="596950" y="2595047"/>
                  <a:pt x="619274" y="2634338"/>
                  <a:pt x="619274" y="2686726"/>
                </a:cubicBezTo>
                <a:cubicBezTo>
                  <a:pt x="619274" y="2737327"/>
                  <a:pt x="597024" y="2781901"/>
                  <a:pt x="552524" y="2820447"/>
                </a:cubicBezTo>
                <a:cubicBezTo>
                  <a:pt x="508025" y="2858994"/>
                  <a:pt x="448122" y="2878267"/>
                  <a:pt x="372814" y="2878267"/>
                </a:cubicBezTo>
                <a:cubicBezTo>
                  <a:pt x="350193" y="2878267"/>
                  <a:pt x="322659" y="2875886"/>
                  <a:pt x="290215" y="2871123"/>
                </a:cubicBezTo>
                <a:lnTo>
                  <a:pt x="241101" y="3039895"/>
                </a:lnTo>
                <a:cubicBezTo>
                  <a:pt x="234256" y="3063707"/>
                  <a:pt x="230833" y="3080525"/>
                  <a:pt x="230833" y="3090347"/>
                </a:cubicBezTo>
                <a:cubicBezTo>
                  <a:pt x="230833" y="3104039"/>
                  <a:pt x="235297" y="3114383"/>
                  <a:pt x="244227" y="3121378"/>
                </a:cubicBezTo>
                <a:cubicBezTo>
                  <a:pt x="253157" y="3128373"/>
                  <a:pt x="273398" y="3132168"/>
                  <a:pt x="304949" y="3132763"/>
                </a:cubicBezTo>
                <a:lnTo>
                  <a:pt x="299145" y="3149283"/>
                </a:lnTo>
                <a:lnTo>
                  <a:pt x="3572" y="3149283"/>
                </a:lnTo>
                <a:lnTo>
                  <a:pt x="8483" y="3132763"/>
                </a:lnTo>
                <a:cubicBezTo>
                  <a:pt x="33486" y="3132466"/>
                  <a:pt x="51197" y="3130010"/>
                  <a:pt x="61615" y="3125396"/>
                </a:cubicBezTo>
                <a:cubicBezTo>
                  <a:pt x="72033" y="3120783"/>
                  <a:pt x="80665" y="3113267"/>
                  <a:pt x="87511" y="3102849"/>
                </a:cubicBezTo>
                <a:cubicBezTo>
                  <a:pt x="92571" y="3096003"/>
                  <a:pt x="100161" y="3075018"/>
                  <a:pt x="110282" y="3039895"/>
                </a:cubicBezTo>
                <a:lnTo>
                  <a:pt x="222350" y="2655471"/>
                </a:lnTo>
                <a:cubicBezTo>
                  <a:pt x="230088" y="2629873"/>
                  <a:pt x="233958" y="2611567"/>
                  <a:pt x="233958" y="2600554"/>
                </a:cubicBezTo>
                <a:cubicBezTo>
                  <a:pt x="233958" y="2589541"/>
                  <a:pt x="229047" y="2580239"/>
                  <a:pt x="219224" y="2572649"/>
                </a:cubicBezTo>
                <a:cubicBezTo>
                  <a:pt x="209401" y="2565058"/>
                  <a:pt x="191542" y="2560966"/>
                  <a:pt x="165646" y="2560370"/>
                </a:cubicBezTo>
                <a:close/>
                <a:moveTo>
                  <a:pt x="3285976" y="2530009"/>
                </a:moveTo>
                <a:cubicBezTo>
                  <a:pt x="3310979" y="2530009"/>
                  <a:pt x="3342084" y="2535367"/>
                  <a:pt x="3379291" y="2546083"/>
                </a:cubicBezTo>
                <a:cubicBezTo>
                  <a:pt x="3398341" y="2551441"/>
                  <a:pt x="3411587" y="2554120"/>
                  <a:pt x="3419028" y="2554120"/>
                </a:cubicBezTo>
                <a:cubicBezTo>
                  <a:pt x="3433911" y="2554120"/>
                  <a:pt x="3448943" y="2546083"/>
                  <a:pt x="3464123" y="2530009"/>
                </a:cubicBezTo>
                <a:lnTo>
                  <a:pt x="3480643" y="2530009"/>
                </a:lnTo>
                <a:lnTo>
                  <a:pt x="3435995" y="2722444"/>
                </a:lnTo>
                <a:lnTo>
                  <a:pt x="3418582" y="2722444"/>
                </a:lnTo>
                <a:cubicBezTo>
                  <a:pt x="3416498" y="2670057"/>
                  <a:pt x="3403625" y="2630989"/>
                  <a:pt x="3379961" y="2605242"/>
                </a:cubicBezTo>
                <a:cubicBezTo>
                  <a:pt x="3356297" y="2579495"/>
                  <a:pt x="3325415" y="2566621"/>
                  <a:pt x="3287315" y="2566621"/>
                </a:cubicBezTo>
                <a:cubicBezTo>
                  <a:pt x="3246239" y="2566621"/>
                  <a:pt x="3205311" y="2584183"/>
                  <a:pt x="3164532" y="2619306"/>
                </a:cubicBezTo>
                <a:cubicBezTo>
                  <a:pt x="3123753" y="2654430"/>
                  <a:pt x="3089225" y="2708157"/>
                  <a:pt x="3060948" y="2780487"/>
                </a:cubicBezTo>
                <a:cubicBezTo>
                  <a:pt x="3038028" y="2839125"/>
                  <a:pt x="3026569" y="2897020"/>
                  <a:pt x="3026569" y="2954170"/>
                </a:cubicBezTo>
                <a:cubicBezTo>
                  <a:pt x="3026569" y="3005366"/>
                  <a:pt x="3039144" y="3044434"/>
                  <a:pt x="3064296" y="3071372"/>
                </a:cubicBezTo>
                <a:cubicBezTo>
                  <a:pt x="3089448" y="3098310"/>
                  <a:pt x="3123902" y="3111779"/>
                  <a:pt x="3167658" y="3111779"/>
                </a:cubicBezTo>
                <a:cubicBezTo>
                  <a:pt x="3203079" y="3111779"/>
                  <a:pt x="3235374" y="3104039"/>
                  <a:pt x="3264545" y="3088561"/>
                </a:cubicBezTo>
                <a:cubicBezTo>
                  <a:pt x="3293715" y="3073083"/>
                  <a:pt x="3323183" y="3047931"/>
                  <a:pt x="3352949" y="3013106"/>
                </a:cubicBezTo>
                <a:lnTo>
                  <a:pt x="3374380" y="3013106"/>
                </a:lnTo>
                <a:cubicBezTo>
                  <a:pt x="3337470" y="3068470"/>
                  <a:pt x="3300189" y="3107314"/>
                  <a:pt x="3262536" y="3129638"/>
                </a:cubicBezTo>
                <a:cubicBezTo>
                  <a:pt x="3224882" y="3151962"/>
                  <a:pt x="3178820" y="3163124"/>
                  <a:pt x="3124349" y="3163124"/>
                </a:cubicBezTo>
                <a:cubicBezTo>
                  <a:pt x="3051423" y="3163124"/>
                  <a:pt x="2992710" y="3141023"/>
                  <a:pt x="2948211" y="3096821"/>
                </a:cubicBezTo>
                <a:cubicBezTo>
                  <a:pt x="2903711" y="3052619"/>
                  <a:pt x="2881461" y="2994949"/>
                  <a:pt x="2881461" y="2923809"/>
                </a:cubicBezTo>
                <a:cubicBezTo>
                  <a:pt x="2881461" y="2857134"/>
                  <a:pt x="2899172" y="2793510"/>
                  <a:pt x="2934593" y="2732937"/>
                </a:cubicBezTo>
                <a:cubicBezTo>
                  <a:pt x="2970014" y="2672364"/>
                  <a:pt x="3020987" y="2623399"/>
                  <a:pt x="3087514" y="2586043"/>
                </a:cubicBezTo>
                <a:cubicBezTo>
                  <a:pt x="3154040" y="2548687"/>
                  <a:pt x="3220194" y="2530009"/>
                  <a:pt x="3285976" y="2530009"/>
                </a:cubicBezTo>
                <a:close/>
                <a:moveTo>
                  <a:pt x="4793903" y="2529563"/>
                </a:moveTo>
                <a:cubicBezTo>
                  <a:pt x="4830514" y="2529563"/>
                  <a:pt x="4865265" y="2538790"/>
                  <a:pt x="4898156" y="2557245"/>
                </a:cubicBezTo>
                <a:cubicBezTo>
                  <a:pt x="4931047" y="2575700"/>
                  <a:pt x="4956646" y="2601447"/>
                  <a:pt x="4974952" y="2634487"/>
                </a:cubicBezTo>
                <a:cubicBezTo>
                  <a:pt x="4993258" y="2667527"/>
                  <a:pt x="5002411" y="2700864"/>
                  <a:pt x="5002411" y="2734499"/>
                </a:cubicBezTo>
                <a:cubicBezTo>
                  <a:pt x="5002411" y="2809806"/>
                  <a:pt x="4978449" y="2885337"/>
                  <a:pt x="4930527" y="2961090"/>
                </a:cubicBezTo>
                <a:cubicBezTo>
                  <a:pt x="4882604" y="3036844"/>
                  <a:pt x="4828728" y="3091687"/>
                  <a:pt x="4768899" y="3125620"/>
                </a:cubicBezTo>
                <a:cubicBezTo>
                  <a:pt x="4723656" y="3150920"/>
                  <a:pt x="4668292" y="3163571"/>
                  <a:pt x="4602807" y="3163571"/>
                </a:cubicBezTo>
                <a:cubicBezTo>
                  <a:pt x="4553992" y="3163571"/>
                  <a:pt x="4514552" y="3153599"/>
                  <a:pt x="4484489" y="3133656"/>
                </a:cubicBezTo>
                <a:cubicBezTo>
                  <a:pt x="4454426" y="3113713"/>
                  <a:pt x="4431878" y="3086478"/>
                  <a:pt x="4416847" y="3051950"/>
                </a:cubicBezTo>
                <a:cubicBezTo>
                  <a:pt x="4401815" y="3017421"/>
                  <a:pt x="4394299" y="2983786"/>
                  <a:pt x="4394299" y="2951044"/>
                </a:cubicBezTo>
                <a:cubicBezTo>
                  <a:pt x="4394299" y="2884965"/>
                  <a:pt x="4413200" y="2818364"/>
                  <a:pt x="4451003" y="2751242"/>
                </a:cubicBezTo>
                <a:cubicBezTo>
                  <a:pt x="4488805" y="2684121"/>
                  <a:pt x="4539779" y="2630394"/>
                  <a:pt x="4603924" y="2590062"/>
                </a:cubicBezTo>
                <a:cubicBezTo>
                  <a:pt x="4668068" y="2549729"/>
                  <a:pt x="4731395" y="2529563"/>
                  <a:pt x="4793903" y="2529563"/>
                </a:cubicBezTo>
                <a:close/>
                <a:moveTo>
                  <a:pt x="1765548" y="1749406"/>
                </a:moveTo>
                <a:lnTo>
                  <a:pt x="1688306" y="2018636"/>
                </a:lnTo>
                <a:cubicBezTo>
                  <a:pt x="1703190" y="2019231"/>
                  <a:pt x="1714351" y="2019529"/>
                  <a:pt x="1721793" y="2019529"/>
                </a:cubicBezTo>
                <a:cubicBezTo>
                  <a:pt x="1788170" y="2019529"/>
                  <a:pt x="1834307" y="2001000"/>
                  <a:pt x="1860203" y="1963942"/>
                </a:cubicBezTo>
                <a:cubicBezTo>
                  <a:pt x="1886099" y="1926883"/>
                  <a:pt x="1899047" y="1887221"/>
                  <a:pt x="1899047" y="1844953"/>
                </a:cubicBezTo>
                <a:cubicBezTo>
                  <a:pt x="1899047" y="1824713"/>
                  <a:pt x="1894061" y="1806779"/>
                  <a:pt x="1884090" y="1791152"/>
                </a:cubicBezTo>
                <a:cubicBezTo>
                  <a:pt x="1874118" y="1775525"/>
                  <a:pt x="1861245" y="1764661"/>
                  <a:pt x="1845469" y="1758559"/>
                </a:cubicBezTo>
                <a:cubicBezTo>
                  <a:pt x="1829693" y="1752457"/>
                  <a:pt x="1803053" y="1749406"/>
                  <a:pt x="1765548" y="1749406"/>
                </a:cubicBezTo>
                <a:close/>
                <a:moveTo>
                  <a:pt x="5745368" y="1722856"/>
                </a:moveTo>
                <a:lnTo>
                  <a:pt x="5847696" y="1829234"/>
                </a:lnTo>
                <a:lnTo>
                  <a:pt x="5812334" y="1953003"/>
                </a:lnTo>
                <a:cubicBezTo>
                  <a:pt x="5807274" y="1970862"/>
                  <a:pt x="5804743" y="1984108"/>
                  <a:pt x="5804743" y="1992740"/>
                </a:cubicBezTo>
                <a:cubicBezTo>
                  <a:pt x="5804743" y="1999586"/>
                  <a:pt x="5808018" y="2005093"/>
                  <a:pt x="5814566" y="2009260"/>
                </a:cubicBezTo>
                <a:cubicBezTo>
                  <a:pt x="5824091" y="2015213"/>
                  <a:pt x="5842099" y="2018189"/>
                  <a:pt x="5868590" y="2018189"/>
                </a:cubicBezTo>
                <a:cubicBezTo>
                  <a:pt x="5894040" y="2018189"/>
                  <a:pt x="5918746" y="2015492"/>
                  <a:pt x="5942707" y="2010097"/>
                </a:cubicBezTo>
                <a:lnTo>
                  <a:pt x="5988050" y="1994292"/>
                </a:lnTo>
                <a:lnTo>
                  <a:pt x="6036095" y="2053908"/>
                </a:lnTo>
                <a:lnTo>
                  <a:pt x="5570786" y="2053908"/>
                </a:lnTo>
                <a:lnTo>
                  <a:pt x="5576144" y="2037388"/>
                </a:lnTo>
                <a:cubicBezTo>
                  <a:pt x="5606504" y="2037388"/>
                  <a:pt x="5628679" y="2031658"/>
                  <a:pt x="5642669" y="2020199"/>
                </a:cubicBezTo>
                <a:cubicBezTo>
                  <a:pt x="5656659" y="2008739"/>
                  <a:pt x="5669310" y="1983512"/>
                  <a:pt x="5680621" y="1944519"/>
                </a:cubicBezTo>
                <a:close/>
                <a:moveTo>
                  <a:pt x="4861173" y="1624837"/>
                </a:moveTo>
                <a:lnTo>
                  <a:pt x="4692848" y="1822183"/>
                </a:lnTo>
                <a:lnTo>
                  <a:pt x="4849565" y="1822183"/>
                </a:lnTo>
                <a:close/>
                <a:moveTo>
                  <a:pt x="5613080" y="1595544"/>
                </a:moveTo>
                <a:lnTo>
                  <a:pt x="5628908" y="1610104"/>
                </a:lnTo>
                <a:lnTo>
                  <a:pt x="5628530" y="1611442"/>
                </a:lnTo>
                <a:lnTo>
                  <a:pt x="5612457" y="1611442"/>
                </a:lnTo>
                <a:close/>
                <a:moveTo>
                  <a:pt x="5495711" y="1487578"/>
                </a:moveTo>
                <a:lnTo>
                  <a:pt x="5549503" y="1496417"/>
                </a:lnTo>
                <a:cubicBezTo>
                  <a:pt x="5564833" y="1501291"/>
                  <a:pt x="5577037" y="1508007"/>
                  <a:pt x="5586115" y="1516564"/>
                </a:cubicBezTo>
                <a:cubicBezTo>
                  <a:pt x="5604271" y="1533679"/>
                  <a:pt x="5613350" y="1557715"/>
                  <a:pt x="5613350" y="1588671"/>
                </a:cubicBezTo>
                <a:lnTo>
                  <a:pt x="5613080" y="1595544"/>
                </a:lnTo>
                <a:close/>
                <a:moveTo>
                  <a:pt x="7889974" y="1483301"/>
                </a:moveTo>
                <a:cubicBezTo>
                  <a:pt x="7914382" y="1483301"/>
                  <a:pt x="7934026" y="1490743"/>
                  <a:pt x="7948910" y="1505625"/>
                </a:cubicBezTo>
                <a:cubicBezTo>
                  <a:pt x="7963792" y="1520508"/>
                  <a:pt x="7971234" y="1542237"/>
                  <a:pt x="7971234" y="1570812"/>
                </a:cubicBezTo>
                <a:cubicBezTo>
                  <a:pt x="7971234" y="1619032"/>
                  <a:pt x="7957244" y="1658025"/>
                  <a:pt x="7929264" y="1687791"/>
                </a:cubicBezTo>
                <a:cubicBezTo>
                  <a:pt x="7901284" y="1717557"/>
                  <a:pt x="7865566" y="1732439"/>
                  <a:pt x="7822108" y="1732439"/>
                </a:cubicBezTo>
                <a:cubicBezTo>
                  <a:pt x="7814964" y="1732439"/>
                  <a:pt x="7806184" y="1732142"/>
                  <a:pt x="7795766" y="1731546"/>
                </a:cubicBezTo>
                <a:lnTo>
                  <a:pt x="7868989" y="1483748"/>
                </a:lnTo>
                <a:cubicBezTo>
                  <a:pt x="7877026" y="1483450"/>
                  <a:pt x="7884020" y="1483301"/>
                  <a:pt x="7889974" y="1483301"/>
                </a:cubicBezTo>
                <a:close/>
                <a:moveTo>
                  <a:pt x="1869132" y="1480176"/>
                </a:moveTo>
                <a:lnTo>
                  <a:pt x="1844576" y="1481069"/>
                </a:lnTo>
                <a:lnTo>
                  <a:pt x="1776263" y="1715919"/>
                </a:lnTo>
                <a:cubicBezTo>
                  <a:pt x="1816745" y="1715324"/>
                  <a:pt x="1848669" y="1708925"/>
                  <a:pt x="1872035" y="1696721"/>
                </a:cubicBezTo>
                <a:cubicBezTo>
                  <a:pt x="1895401" y="1684517"/>
                  <a:pt x="1914153" y="1664499"/>
                  <a:pt x="1928292" y="1636669"/>
                </a:cubicBezTo>
                <a:cubicBezTo>
                  <a:pt x="1942430" y="1608838"/>
                  <a:pt x="1949500" y="1582569"/>
                  <a:pt x="1949500" y="1557864"/>
                </a:cubicBezTo>
                <a:cubicBezTo>
                  <a:pt x="1949500" y="1534647"/>
                  <a:pt x="1942207" y="1515746"/>
                  <a:pt x="1927622" y="1501161"/>
                </a:cubicBezTo>
                <a:cubicBezTo>
                  <a:pt x="1913037" y="1486575"/>
                  <a:pt x="1893540" y="1479580"/>
                  <a:pt x="1869132" y="1480176"/>
                </a:cubicBezTo>
                <a:close/>
                <a:moveTo>
                  <a:pt x="7303293" y="1470800"/>
                </a:moveTo>
                <a:cubicBezTo>
                  <a:pt x="7325915" y="1470800"/>
                  <a:pt x="7344890" y="1479952"/>
                  <a:pt x="7360220" y="1498258"/>
                </a:cubicBezTo>
                <a:cubicBezTo>
                  <a:pt x="7375549" y="1516564"/>
                  <a:pt x="7383214" y="1546107"/>
                  <a:pt x="7383214" y="1586886"/>
                </a:cubicBezTo>
                <a:cubicBezTo>
                  <a:pt x="7383214" y="1652072"/>
                  <a:pt x="7368852" y="1726412"/>
                  <a:pt x="7340128" y="1809904"/>
                </a:cubicBezTo>
                <a:cubicBezTo>
                  <a:pt x="7311404" y="1893397"/>
                  <a:pt x="7274272" y="1956723"/>
                  <a:pt x="7228730" y="1999884"/>
                </a:cubicBezTo>
                <a:cubicBezTo>
                  <a:pt x="7205810" y="2021612"/>
                  <a:pt x="7177980" y="2032477"/>
                  <a:pt x="7145238" y="2032477"/>
                </a:cubicBezTo>
                <a:cubicBezTo>
                  <a:pt x="7120532" y="2032477"/>
                  <a:pt x="7100292" y="2023175"/>
                  <a:pt x="7084516" y="2004572"/>
                </a:cubicBezTo>
                <a:cubicBezTo>
                  <a:pt x="7068740" y="1985968"/>
                  <a:pt x="7060852" y="1958509"/>
                  <a:pt x="7060852" y="1922195"/>
                </a:cubicBezTo>
                <a:cubicBezTo>
                  <a:pt x="7060852" y="1879630"/>
                  <a:pt x="7068963" y="1826499"/>
                  <a:pt x="7085186" y="1762800"/>
                </a:cubicBezTo>
                <a:cubicBezTo>
                  <a:pt x="7101408" y="1699102"/>
                  <a:pt x="7118746" y="1648724"/>
                  <a:pt x="7137201" y="1611665"/>
                </a:cubicBezTo>
                <a:cubicBezTo>
                  <a:pt x="7155656" y="1574607"/>
                  <a:pt x="7173812" y="1546107"/>
                  <a:pt x="7191672" y="1526164"/>
                </a:cubicBezTo>
                <a:cubicBezTo>
                  <a:pt x="7209532" y="1506221"/>
                  <a:pt x="7226721" y="1492008"/>
                  <a:pt x="7243241" y="1483524"/>
                </a:cubicBezTo>
                <a:cubicBezTo>
                  <a:pt x="7259761" y="1475041"/>
                  <a:pt x="7279778" y="1470800"/>
                  <a:pt x="7303293" y="1470800"/>
                </a:cubicBezTo>
                <a:close/>
                <a:moveTo>
                  <a:pt x="1273969" y="1470800"/>
                </a:moveTo>
                <a:cubicBezTo>
                  <a:pt x="1250454" y="1470800"/>
                  <a:pt x="1230437" y="1475041"/>
                  <a:pt x="1213917" y="1483524"/>
                </a:cubicBezTo>
                <a:cubicBezTo>
                  <a:pt x="1197397" y="1492008"/>
                  <a:pt x="1180207" y="1506221"/>
                  <a:pt x="1162348" y="1526164"/>
                </a:cubicBezTo>
                <a:cubicBezTo>
                  <a:pt x="1144488" y="1546107"/>
                  <a:pt x="1126331" y="1574607"/>
                  <a:pt x="1107877" y="1611665"/>
                </a:cubicBezTo>
                <a:cubicBezTo>
                  <a:pt x="1089422" y="1648724"/>
                  <a:pt x="1072084" y="1699102"/>
                  <a:pt x="1055862" y="1762800"/>
                </a:cubicBezTo>
                <a:cubicBezTo>
                  <a:pt x="1039639" y="1826499"/>
                  <a:pt x="1031528" y="1879630"/>
                  <a:pt x="1031528" y="1922195"/>
                </a:cubicBezTo>
                <a:cubicBezTo>
                  <a:pt x="1031528" y="1958509"/>
                  <a:pt x="1039416" y="1985968"/>
                  <a:pt x="1055192" y="2004572"/>
                </a:cubicBezTo>
                <a:cubicBezTo>
                  <a:pt x="1070967" y="2023175"/>
                  <a:pt x="1091208" y="2032477"/>
                  <a:pt x="1115914" y="2032477"/>
                </a:cubicBezTo>
                <a:cubicBezTo>
                  <a:pt x="1148656" y="2032477"/>
                  <a:pt x="1176487" y="2021612"/>
                  <a:pt x="1199406" y="1999884"/>
                </a:cubicBezTo>
                <a:cubicBezTo>
                  <a:pt x="1244948" y="1956723"/>
                  <a:pt x="1282080" y="1893397"/>
                  <a:pt x="1310804" y="1809904"/>
                </a:cubicBezTo>
                <a:cubicBezTo>
                  <a:pt x="1339527" y="1726412"/>
                  <a:pt x="1353890" y="1652072"/>
                  <a:pt x="1353890" y="1586886"/>
                </a:cubicBezTo>
                <a:cubicBezTo>
                  <a:pt x="1353890" y="1546107"/>
                  <a:pt x="1346225" y="1516564"/>
                  <a:pt x="1330896" y="1498258"/>
                </a:cubicBezTo>
                <a:cubicBezTo>
                  <a:pt x="1315567" y="1479952"/>
                  <a:pt x="1296591" y="1470800"/>
                  <a:pt x="1273969" y="1470800"/>
                </a:cubicBezTo>
                <a:close/>
                <a:moveTo>
                  <a:pt x="8231832" y="1448475"/>
                </a:moveTo>
                <a:lnTo>
                  <a:pt x="8226920" y="1464995"/>
                </a:lnTo>
                <a:cubicBezTo>
                  <a:pt x="8251328" y="1469460"/>
                  <a:pt x="8268146" y="1477050"/>
                  <a:pt x="8277373" y="1487766"/>
                </a:cubicBezTo>
                <a:cubicBezTo>
                  <a:pt x="8289577" y="1501756"/>
                  <a:pt x="8299995" y="1527801"/>
                  <a:pt x="8308627" y="1565901"/>
                </a:cubicBezTo>
                <a:lnTo>
                  <a:pt x="8359526" y="1786464"/>
                </a:lnTo>
                <a:lnTo>
                  <a:pt x="8313092" y="1946305"/>
                </a:lnTo>
                <a:cubicBezTo>
                  <a:pt x="8303864" y="1977262"/>
                  <a:pt x="8296870" y="1996312"/>
                  <a:pt x="8292107" y="2003455"/>
                </a:cubicBezTo>
                <a:cubicBezTo>
                  <a:pt x="8285261" y="2013576"/>
                  <a:pt x="8274992" y="2021836"/>
                  <a:pt x="8261300" y="2028235"/>
                </a:cubicBezTo>
                <a:cubicBezTo>
                  <a:pt x="8247608" y="2034635"/>
                  <a:pt x="8229450" y="2037686"/>
                  <a:pt x="8206828" y="2037388"/>
                </a:cubicBezTo>
                <a:lnTo>
                  <a:pt x="8202364" y="2053908"/>
                </a:lnTo>
                <a:lnTo>
                  <a:pt x="8512224" y="2053908"/>
                </a:lnTo>
                <a:lnTo>
                  <a:pt x="8517135" y="2037388"/>
                </a:lnTo>
                <a:lnTo>
                  <a:pt x="8500169" y="2037388"/>
                </a:lnTo>
                <a:cubicBezTo>
                  <a:pt x="8476952" y="2037388"/>
                  <a:pt x="8460432" y="2033221"/>
                  <a:pt x="8450609" y="2024887"/>
                </a:cubicBezTo>
                <a:cubicBezTo>
                  <a:pt x="8440786" y="2016552"/>
                  <a:pt x="8435875" y="2005986"/>
                  <a:pt x="8435875" y="1993186"/>
                </a:cubicBezTo>
                <a:cubicBezTo>
                  <a:pt x="8435875" y="1988424"/>
                  <a:pt x="8440191" y="1971606"/>
                  <a:pt x="8448823" y="1942734"/>
                </a:cubicBezTo>
                <a:lnTo>
                  <a:pt x="8489007" y="1802537"/>
                </a:lnTo>
                <a:lnTo>
                  <a:pt x="8660903" y="1565901"/>
                </a:lnTo>
                <a:cubicBezTo>
                  <a:pt x="8695431" y="1518276"/>
                  <a:pt x="8718649" y="1489998"/>
                  <a:pt x="8730555" y="1481069"/>
                </a:cubicBezTo>
                <a:cubicBezTo>
                  <a:pt x="8742461" y="1472139"/>
                  <a:pt x="8756600" y="1466781"/>
                  <a:pt x="8772971" y="1464995"/>
                </a:cubicBezTo>
                <a:lnTo>
                  <a:pt x="8772971" y="1448475"/>
                </a:lnTo>
                <a:lnTo>
                  <a:pt x="8591252" y="1448475"/>
                </a:lnTo>
                <a:lnTo>
                  <a:pt x="8586340" y="1464995"/>
                </a:lnTo>
                <a:cubicBezTo>
                  <a:pt x="8604200" y="1467079"/>
                  <a:pt x="8617148" y="1472139"/>
                  <a:pt x="8625185" y="1480176"/>
                </a:cubicBezTo>
                <a:cubicBezTo>
                  <a:pt x="8633221" y="1488212"/>
                  <a:pt x="8637240" y="1497589"/>
                  <a:pt x="8637240" y="1508304"/>
                </a:cubicBezTo>
                <a:cubicBezTo>
                  <a:pt x="8637240" y="1519020"/>
                  <a:pt x="8634114" y="1531447"/>
                  <a:pt x="8627863" y="1545586"/>
                </a:cubicBezTo>
                <a:cubicBezTo>
                  <a:pt x="8621613" y="1559724"/>
                  <a:pt x="8605986" y="1584058"/>
                  <a:pt x="8580983" y="1618586"/>
                </a:cubicBezTo>
                <a:lnTo>
                  <a:pt x="8483202" y="1753424"/>
                </a:lnTo>
                <a:lnTo>
                  <a:pt x="8443912" y="1574384"/>
                </a:lnTo>
                <a:cubicBezTo>
                  <a:pt x="8438554" y="1549976"/>
                  <a:pt x="8435875" y="1532861"/>
                  <a:pt x="8435875" y="1523038"/>
                </a:cubicBezTo>
                <a:cubicBezTo>
                  <a:pt x="8435875" y="1507262"/>
                  <a:pt x="8442349" y="1493645"/>
                  <a:pt x="8455297" y="1482185"/>
                </a:cubicBezTo>
                <a:cubicBezTo>
                  <a:pt x="8468245" y="1470725"/>
                  <a:pt x="8488858" y="1464995"/>
                  <a:pt x="8517135" y="1464995"/>
                </a:cubicBezTo>
                <a:lnTo>
                  <a:pt x="8522493" y="1448475"/>
                </a:lnTo>
                <a:close/>
                <a:moveTo>
                  <a:pt x="7665392" y="1448475"/>
                </a:moveTo>
                <a:lnTo>
                  <a:pt x="7660927" y="1464995"/>
                </a:lnTo>
                <a:cubicBezTo>
                  <a:pt x="7689204" y="1467079"/>
                  <a:pt x="7707212" y="1471246"/>
                  <a:pt x="7714952" y="1477497"/>
                </a:cubicBezTo>
                <a:cubicBezTo>
                  <a:pt x="7722691" y="1483748"/>
                  <a:pt x="7726560" y="1492826"/>
                  <a:pt x="7726560" y="1504732"/>
                </a:cubicBezTo>
                <a:cubicBezTo>
                  <a:pt x="7726560" y="1517234"/>
                  <a:pt x="7723435" y="1534349"/>
                  <a:pt x="7717184" y="1556078"/>
                </a:cubicBezTo>
                <a:lnTo>
                  <a:pt x="7604670" y="1944519"/>
                </a:lnTo>
                <a:cubicBezTo>
                  <a:pt x="7593359" y="1983810"/>
                  <a:pt x="7580932" y="2009111"/>
                  <a:pt x="7567388" y="2020422"/>
                </a:cubicBezTo>
                <a:cubicBezTo>
                  <a:pt x="7553845" y="2031733"/>
                  <a:pt x="7532488" y="2037388"/>
                  <a:pt x="7503318" y="2037388"/>
                </a:cubicBezTo>
                <a:lnTo>
                  <a:pt x="7497960" y="2053908"/>
                </a:lnTo>
                <a:lnTo>
                  <a:pt x="7789514" y="2053908"/>
                </a:lnTo>
                <a:lnTo>
                  <a:pt x="7795766" y="2037388"/>
                </a:lnTo>
                <a:cubicBezTo>
                  <a:pt x="7766595" y="2036793"/>
                  <a:pt x="7747396" y="2033072"/>
                  <a:pt x="7738169" y="2026226"/>
                </a:cubicBezTo>
                <a:cubicBezTo>
                  <a:pt x="7728942" y="2019380"/>
                  <a:pt x="7724328" y="2010302"/>
                  <a:pt x="7724328" y="1998991"/>
                </a:cubicBezTo>
                <a:cubicBezTo>
                  <a:pt x="7724328" y="1986787"/>
                  <a:pt x="7728198" y="1967737"/>
                  <a:pt x="7735936" y="1941841"/>
                </a:cubicBezTo>
                <a:lnTo>
                  <a:pt x="7789514" y="1758335"/>
                </a:lnTo>
                <a:cubicBezTo>
                  <a:pt x="7796360" y="1758931"/>
                  <a:pt x="7801421" y="1759228"/>
                  <a:pt x="7804695" y="1759228"/>
                </a:cubicBezTo>
                <a:lnTo>
                  <a:pt x="7819429" y="1758335"/>
                </a:lnTo>
                <a:lnTo>
                  <a:pt x="7905154" y="2053908"/>
                </a:lnTo>
                <a:lnTo>
                  <a:pt x="8093570" y="2053908"/>
                </a:lnTo>
                <a:lnTo>
                  <a:pt x="8093570" y="2037388"/>
                </a:lnTo>
                <a:cubicBezTo>
                  <a:pt x="8068270" y="2036495"/>
                  <a:pt x="8050187" y="2030989"/>
                  <a:pt x="8039322" y="2020868"/>
                </a:cubicBezTo>
                <a:cubicBezTo>
                  <a:pt x="8028458" y="2010748"/>
                  <a:pt x="8015734" y="1981131"/>
                  <a:pt x="8001148" y="1932018"/>
                </a:cubicBezTo>
                <a:lnTo>
                  <a:pt x="7946677" y="1748513"/>
                </a:lnTo>
                <a:cubicBezTo>
                  <a:pt x="8001148" y="1733332"/>
                  <a:pt x="8039100" y="1715324"/>
                  <a:pt x="8060530" y="1694488"/>
                </a:cubicBezTo>
                <a:cubicBezTo>
                  <a:pt x="8094464" y="1661151"/>
                  <a:pt x="8111430" y="1623795"/>
                  <a:pt x="8111430" y="1582421"/>
                </a:cubicBezTo>
                <a:cubicBezTo>
                  <a:pt x="8111430" y="1543130"/>
                  <a:pt x="8096844" y="1510983"/>
                  <a:pt x="8067674" y="1485980"/>
                </a:cubicBezTo>
                <a:cubicBezTo>
                  <a:pt x="8038504" y="1460977"/>
                  <a:pt x="7988052" y="1448475"/>
                  <a:pt x="7916316" y="1448475"/>
                </a:cubicBezTo>
                <a:close/>
                <a:moveTo>
                  <a:pt x="5187404" y="1448475"/>
                </a:moveTo>
                <a:lnTo>
                  <a:pt x="5450489" y="1448475"/>
                </a:lnTo>
                <a:lnTo>
                  <a:pt x="5484963" y="1477691"/>
                </a:lnTo>
                <a:lnTo>
                  <a:pt x="5495711" y="1487578"/>
                </a:lnTo>
                <a:lnTo>
                  <a:pt x="5494139" y="1487319"/>
                </a:lnTo>
                <a:lnTo>
                  <a:pt x="5359300" y="1943180"/>
                </a:lnTo>
                <a:cubicBezTo>
                  <a:pt x="5351860" y="1968481"/>
                  <a:pt x="5348138" y="1987233"/>
                  <a:pt x="5348138" y="1999437"/>
                </a:cubicBezTo>
                <a:cubicBezTo>
                  <a:pt x="5348138" y="2010748"/>
                  <a:pt x="5352752" y="2019752"/>
                  <a:pt x="5361980" y="2026449"/>
                </a:cubicBezTo>
                <a:cubicBezTo>
                  <a:pt x="5371207" y="2033147"/>
                  <a:pt x="5389960" y="2036793"/>
                  <a:pt x="5418236" y="2037388"/>
                </a:cubicBezTo>
                <a:lnTo>
                  <a:pt x="5414219" y="2053908"/>
                </a:lnTo>
                <a:lnTo>
                  <a:pt x="5113734" y="2053908"/>
                </a:lnTo>
                <a:lnTo>
                  <a:pt x="5119092" y="2037388"/>
                </a:lnTo>
                <a:cubicBezTo>
                  <a:pt x="5149751" y="2037388"/>
                  <a:pt x="5172075" y="2031658"/>
                  <a:pt x="5186064" y="2020199"/>
                </a:cubicBezTo>
                <a:cubicBezTo>
                  <a:pt x="5200055" y="2008739"/>
                  <a:pt x="5212854" y="1983066"/>
                  <a:pt x="5224463" y="1943180"/>
                </a:cubicBezTo>
                <a:lnTo>
                  <a:pt x="5359300" y="1487319"/>
                </a:lnTo>
                <a:cubicBezTo>
                  <a:pt x="5312867" y="1488808"/>
                  <a:pt x="5274022" y="1498928"/>
                  <a:pt x="5242769" y="1517680"/>
                </a:cubicBezTo>
                <a:cubicBezTo>
                  <a:pt x="5211514" y="1536433"/>
                  <a:pt x="5182939" y="1567687"/>
                  <a:pt x="5157043" y="1611442"/>
                </a:cubicBezTo>
                <a:lnTo>
                  <a:pt x="5139631" y="1611442"/>
                </a:lnTo>
                <a:close/>
                <a:moveTo>
                  <a:pt x="3160514" y="1448475"/>
                </a:moveTo>
                <a:lnTo>
                  <a:pt x="3643163" y="1448475"/>
                </a:lnTo>
                <a:lnTo>
                  <a:pt x="3604319" y="1599834"/>
                </a:lnTo>
                <a:lnTo>
                  <a:pt x="3588246" y="1599834"/>
                </a:lnTo>
                <a:cubicBezTo>
                  <a:pt x="3587055" y="1570068"/>
                  <a:pt x="3582442" y="1549083"/>
                  <a:pt x="3574405" y="1536879"/>
                </a:cubicBezTo>
                <a:cubicBezTo>
                  <a:pt x="3561903" y="1517829"/>
                  <a:pt x="3545309" y="1503914"/>
                  <a:pt x="3524622" y="1495133"/>
                </a:cubicBezTo>
                <a:cubicBezTo>
                  <a:pt x="3503935" y="1486352"/>
                  <a:pt x="3470374" y="1481962"/>
                  <a:pt x="3423940" y="1481962"/>
                </a:cubicBezTo>
                <a:lnTo>
                  <a:pt x="3367236" y="1481962"/>
                </a:lnTo>
                <a:lnTo>
                  <a:pt x="3299817" y="1716812"/>
                </a:lnTo>
                <a:lnTo>
                  <a:pt x="3320355" y="1716812"/>
                </a:lnTo>
                <a:cubicBezTo>
                  <a:pt x="3374529" y="1716812"/>
                  <a:pt x="3414043" y="1709669"/>
                  <a:pt x="3438897" y="1695381"/>
                </a:cubicBezTo>
                <a:cubicBezTo>
                  <a:pt x="3463751" y="1681094"/>
                  <a:pt x="3484810" y="1655793"/>
                  <a:pt x="3502074" y="1619479"/>
                </a:cubicBezTo>
                <a:lnTo>
                  <a:pt x="3518594" y="1619479"/>
                </a:lnTo>
                <a:lnTo>
                  <a:pt x="3450729" y="1855223"/>
                </a:lnTo>
                <a:lnTo>
                  <a:pt x="3435102" y="1855223"/>
                </a:lnTo>
                <a:cubicBezTo>
                  <a:pt x="3437781" y="1839447"/>
                  <a:pt x="3439120" y="1826648"/>
                  <a:pt x="3439120" y="1816825"/>
                </a:cubicBezTo>
                <a:cubicBezTo>
                  <a:pt x="3439120" y="1800454"/>
                  <a:pt x="3434283" y="1787059"/>
                  <a:pt x="3424609" y="1776641"/>
                </a:cubicBezTo>
                <a:cubicBezTo>
                  <a:pt x="3414936" y="1766223"/>
                  <a:pt x="3402360" y="1758782"/>
                  <a:pt x="3386881" y="1754317"/>
                </a:cubicBezTo>
                <a:cubicBezTo>
                  <a:pt x="3376761" y="1751341"/>
                  <a:pt x="3355776" y="1749852"/>
                  <a:pt x="3323927" y="1749852"/>
                </a:cubicBezTo>
                <a:lnTo>
                  <a:pt x="3289101" y="1749852"/>
                </a:lnTo>
                <a:lnTo>
                  <a:pt x="3231058" y="1953003"/>
                </a:lnTo>
                <a:cubicBezTo>
                  <a:pt x="3225998" y="1970862"/>
                  <a:pt x="3223468" y="1984108"/>
                  <a:pt x="3223468" y="1992740"/>
                </a:cubicBezTo>
                <a:cubicBezTo>
                  <a:pt x="3223468" y="1999586"/>
                  <a:pt x="3226742" y="2005093"/>
                  <a:pt x="3233291" y="2009260"/>
                </a:cubicBezTo>
                <a:cubicBezTo>
                  <a:pt x="3242816" y="2015213"/>
                  <a:pt x="3260824" y="2018189"/>
                  <a:pt x="3287315" y="2018189"/>
                </a:cubicBezTo>
                <a:cubicBezTo>
                  <a:pt x="3338215" y="2018189"/>
                  <a:pt x="3386137" y="2007399"/>
                  <a:pt x="3431083" y="1985819"/>
                </a:cubicBezTo>
                <a:cubicBezTo>
                  <a:pt x="3476029" y="1964239"/>
                  <a:pt x="3516362" y="1931571"/>
                  <a:pt x="3552081" y="1887816"/>
                </a:cubicBezTo>
                <a:lnTo>
                  <a:pt x="3570386" y="1887816"/>
                </a:lnTo>
                <a:lnTo>
                  <a:pt x="3507432" y="2053908"/>
                </a:lnTo>
                <a:lnTo>
                  <a:pt x="2989510" y="2053908"/>
                </a:lnTo>
                <a:lnTo>
                  <a:pt x="2994868" y="2037388"/>
                </a:lnTo>
                <a:cubicBezTo>
                  <a:pt x="3025229" y="2037388"/>
                  <a:pt x="3047404" y="2031658"/>
                  <a:pt x="3061394" y="2020199"/>
                </a:cubicBezTo>
                <a:cubicBezTo>
                  <a:pt x="3075384" y="2008739"/>
                  <a:pt x="3088035" y="1983512"/>
                  <a:pt x="3099345" y="1944519"/>
                </a:cubicBezTo>
                <a:lnTo>
                  <a:pt x="3213199" y="1554739"/>
                </a:lnTo>
                <a:cubicBezTo>
                  <a:pt x="3219450" y="1533010"/>
                  <a:pt x="3222575" y="1515894"/>
                  <a:pt x="3222575" y="1503393"/>
                </a:cubicBezTo>
                <a:cubicBezTo>
                  <a:pt x="3222575" y="1492082"/>
                  <a:pt x="3218557" y="1483376"/>
                  <a:pt x="3210520" y="1477274"/>
                </a:cubicBezTo>
                <a:cubicBezTo>
                  <a:pt x="3202483" y="1471172"/>
                  <a:pt x="3184177" y="1467079"/>
                  <a:pt x="3155602" y="1464995"/>
                </a:cubicBezTo>
                <a:close/>
                <a:moveTo>
                  <a:pt x="2595860" y="1448475"/>
                </a:moveTo>
                <a:lnTo>
                  <a:pt x="2886521" y="1448475"/>
                </a:lnTo>
                <a:lnTo>
                  <a:pt x="2881610" y="1464995"/>
                </a:lnTo>
                <a:cubicBezTo>
                  <a:pt x="2853630" y="1465591"/>
                  <a:pt x="2832720" y="1471841"/>
                  <a:pt x="2818879" y="1483748"/>
                </a:cubicBezTo>
                <a:cubicBezTo>
                  <a:pt x="2805038" y="1495654"/>
                  <a:pt x="2792760" y="1519913"/>
                  <a:pt x="2782044" y="1556525"/>
                </a:cubicBezTo>
                <a:lnTo>
                  <a:pt x="2679352" y="1912373"/>
                </a:lnTo>
                <a:cubicBezTo>
                  <a:pt x="2666256" y="1957616"/>
                  <a:pt x="2659707" y="1985150"/>
                  <a:pt x="2659707" y="1994972"/>
                </a:cubicBezTo>
                <a:cubicBezTo>
                  <a:pt x="2659707" y="2000925"/>
                  <a:pt x="2663056" y="2006506"/>
                  <a:pt x="2669753" y="2011715"/>
                </a:cubicBezTo>
                <a:cubicBezTo>
                  <a:pt x="2676450" y="2016924"/>
                  <a:pt x="2687240" y="2019529"/>
                  <a:pt x="2702123" y="2019529"/>
                </a:cubicBezTo>
                <a:cubicBezTo>
                  <a:pt x="2751534" y="2019529"/>
                  <a:pt x="2799234" y="2008218"/>
                  <a:pt x="2845221" y="1985596"/>
                </a:cubicBezTo>
                <a:cubicBezTo>
                  <a:pt x="2891209" y="1962974"/>
                  <a:pt x="2930128" y="1929190"/>
                  <a:pt x="2961977" y="1884244"/>
                </a:cubicBezTo>
                <a:lnTo>
                  <a:pt x="2980729" y="1884244"/>
                </a:lnTo>
                <a:lnTo>
                  <a:pt x="2913757" y="2053908"/>
                </a:lnTo>
                <a:lnTo>
                  <a:pt x="2430214" y="2053908"/>
                </a:lnTo>
                <a:lnTo>
                  <a:pt x="2435126" y="2037388"/>
                </a:lnTo>
                <a:cubicBezTo>
                  <a:pt x="2463998" y="2037388"/>
                  <a:pt x="2485057" y="2031807"/>
                  <a:pt x="2498303" y="2020645"/>
                </a:cubicBezTo>
                <a:cubicBezTo>
                  <a:pt x="2511549" y="2009483"/>
                  <a:pt x="2523827" y="1984405"/>
                  <a:pt x="2535138" y="1945412"/>
                </a:cubicBezTo>
                <a:lnTo>
                  <a:pt x="2647652" y="1556525"/>
                </a:lnTo>
                <a:cubicBezTo>
                  <a:pt x="2653903" y="1535093"/>
                  <a:pt x="2657028" y="1518276"/>
                  <a:pt x="2657028" y="1506072"/>
                </a:cubicBezTo>
                <a:cubicBezTo>
                  <a:pt x="2657028" y="1494166"/>
                  <a:pt x="2652563" y="1484641"/>
                  <a:pt x="2643634" y="1477497"/>
                </a:cubicBezTo>
                <a:cubicBezTo>
                  <a:pt x="2634704" y="1470353"/>
                  <a:pt x="2617142" y="1466186"/>
                  <a:pt x="2590949" y="1464995"/>
                </a:cubicBezTo>
                <a:close/>
                <a:moveTo>
                  <a:pt x="2238524" y="1448475"/>
                </a:moveTo>
                <a:lnTo>
                  <a:pt x="2534096" y="1448475"/>
                </a:lnTo>
                <a:lnTo>
                  <a:pt x="2528292" y="1464995"/>
                </a:lnTo>
                <a:cubicBezTo>
                  <a:pt x="2501503" y="1464995"/>
                  <a:pt x="2481039" y="1470948"/>
                  <a:pt x="2466900" y="1482855"/>
                </a:cubicBezTo>
                <a:cubicBezTo>
                  <a:pt x="2452762" y="1494761"/>
                  <a:pt x="2440335" y="1519615"/>
                  <a:pt x="2429619" y="1557418"/>
                </a:cubicBezTo>
                <a:lnTo>
                  <a:pt x="2318891" y="1944966"/>
                </a:lnTo>
                <a:cubicBezTo>
                  <a:pt x="2310854" y="1972350"/>
                  <a:pt x="2306836" y="1990656"/>
                  <a:pt x="2306836" y="1999884"/>
                </a:cubicBezTo>
                <a:cubicBezTo>
                  <a:pt x="2306836" y="2010599"/>
                  <a:pt x="2311003" y="2018934"/>
                  <a:pt x="2319337" y="2024887"/>
                </a:cubicBezTo>
                <a:cubicBezTo>
                  <a:pt x="2330053" y="2032626"/>
                  <a:pt x="2350294" y="2036793"/>
                  <a:pt x="2380059" y="2037388"/>
                </a:cubicBezTo>
                <a:lnTo>
                  <a:pt x="2375594" y="2053908"/>
                </a:lnTo>
                <a:lnTo>
                  <a:pt x="2075110" y="2053908"/>
                </a:lnTo>
                <a:lnTo>
                  <a:pt x="2080022" y="2037388"/>
                </a:lnTo>
                <a:cubicBezTo>
                  <a:pt x="2110085" y="2037388"/>
                  <a:pt x="2132111" y="2031658"/>
                  <a:pt x="2146101" y="2020199"/>
                </a:cubicBezTo>
                <a:cubicBezTo>
                  <a:pt x="2160091" y="2008739"/>
                  <a:pt x="2172742" y="1983661"/>
                  <a:pt x="2184052" y="1944966"/>
                </a:cubicBezTo>
                <a:lnTo>
                  <a:pt x="2295674" y="1557418"/>
                </a:lnTo>
                <a:cubicBezTo>
                  <a:pt x="2302520" y="1533605"/>
                  <a:pt x="2305943" y="1515597"/>
                  <a:pt x="2305943" y="1503393"/>
                </a:cubicBezTo>
                <a:cubicBezTo>
                  <a:pt x="2305943" y="1492380"/>
                  <a:pt x="2301776" y="1483748"/>
                  <a:pt x="2293441" y="1477497"/>
                </a:cubicBezTo>
                <a:cubicBezTo>
                  <a:pt x="2285107" y="1471246"/>
                  <a:pt x="2265164" y="1467079"/>
                  <a:pt x="2233612" y="1464995"/>
                </a:cubicBezTo>
                <a:close/>
                <a:moveTo>
                  <a:pt x="1639193" y="1448475"/>
                </a:moveTo>
                <a:lnTo>
                  <a:pt x="1878509" y="1448475"/>
                </a:lnTo>
                <a:cubicBezTo>
                  <a:pt x="1931790" y="1448475"/>
                  <a:pt x="1969889" y="1451303"/>
                  <a:pt x="1992808" y="1456959"/>
                </a:cubicBezTo>
                <a:cubicBezTo>
                  <a:pt x="2022872" y="1464102"/>
                  <a:pt x="2046163" y="1478018"/>
                  <a:pt x="2062683" y="1498705"/>
                </a:cubicBezTo>
                <a:cubicBezTo>
                  <a:pt x="2079203" y="1519392"/>
                  <a:pt x="2087463" y="1542832"/>
                  <a:pt x="2087463" y="1569026"/>
                </a:cubicBezTo>
                <a:cubicBezTo>
                  <a:pt x="2087463" y="1590457"/>
                  <a:pt x="2080915" y="1612335"/>
                  <a:pt x="2067818" y="1634659"/>
                </a:cubicBezTo>
                <a:cubicBezTo>
                  <a:pt x="2054721" y="1656984"/>
                  <a:pt x="2035150" y="1675364"/>
                  <a:pt x="2009105" y="1689800"/>
                </a:cubicBezTo>
                <a:cubicBezTo>
                  <a:pt x="1983060" y="1704236"/>
                  <a:pt x="1943100" y="1717557"/>
                  <a:pt x="1889225" y="1729760"/>
                </a:cubicBezTo>
                <a:cubicBezTo>
                  <a:pt x="1945183" y="1745536"/>
                  <a:pt x="1984028" y="1765777"/>
                  <a:pt x="2005756" y="1790482"/>
                </a:cubicBezTo>
                <a:cubicBezTo>
                  <a:pt x="2027485" y="1815188"/>
                  <a:pt x="2038350" y="1843912"/>
                  <a:pt x="2038350" y="1876654"/>
                </a:cubicBezTo>
                <a:cubicBezTo>
                  <a:pt x="2038350" y="1907312"/>
                  <a:pt x="2027634" y="1937599"/>
                  <a:pt x="2006203" y="1967513"/>
                </a:cubicBezTo>
                <a:cubicBezTo>
                  <a:pt x="1984772" y="1997428"/>
                  <a:pt x="1956346" y="2019306"/>
                  <a:pt x="1920925" y="2033147"/>
                </a:cubicBezTo>
                <a:cubicBezTo>
                  <a:pt x="1885503" y="2046988"/>
                  <a:pt x="1820615" y="2053908"/>
                  <a:pt x="1726257" y="2053908"/>
                </a:cubicBezTo>
                <a:lnTo>
                  <a:pt x="1474441" y="2053908"/>
                </a:lnTo>
                <a:lnTo>
                  <a:pt x="1480244" y="2037388"/>
                </a:lnTo>
                <a:cubicBezTo>
                  <a:pt x="1504652" y="2037388"/>
                  <a:pt x="1522139" y="2035156"/>
                  <a:pt x="1532707" y="2030691"/>
                </a:cubicBezTo>
                <a:cubicBezTo>
                  <a:pt x="1543274" y="2026226"/>
                  <a:pt x="1551757" y="2019306"/>
                  <a:pt x="1558156" y="2009929"/>
                </a:cubicBezTo>
                <a:cubicBezTo>
                  <a:pt x="1564556" y="2000553"/>
                  <a:pt x="1572071" y="1980982"/>
                  <a:pt x="1580704" y="1951217"/>
                </a:cubicBezTo>
                <a:lnTo>
                  <a:pt x="1688753" y="1578849"/>
                </a:lnTo>
                <a:cubicBezTo>
                  <a:pt x="1699766" y="1541046"/>
                  <a:pt x="1705273" y="1515746"/>
                  <a:pt x="1705273" y="1502946"/>
                </a:cubicBezTo>
                <a:cubicBezTo>
                  <a:pt x="1705273" y="1492528"/>
                  <a:pt x="1700882" y="1483896"/>
                  <a:pt x="1692102" y="1477050"/>
                </a:cubicBezTo>
                <a:cubicBezTo>
                  <a:pt x="1683321" y="1470204"/>
                  <a:pt x="1664197" y="1466186"/>
                  <a:pt x="1634728" y="1464995"/>
                </a:cubicBezTo>
                <a:close/>
                <a:moveTo>
                  <a:pt x="160735" y="1448475"/>
                </a:moveTo>
                <a:lnTo>
                  <a:pt x="376833" y="1448475"/>
                </a:lnTo>
                <a:lnTo>
                  <a:pt x="421482" y="1864599"/>
                </a:lnTo>
                <a:lnTo>
                  <a:pt x="709463" y="1448475"/>
                </a:lnTo>
                <a:lnTo>
                  <a:pt x="921544" y="1448475"/>
                </a:lnTo>
                <a:lnTo>
                  <a:pt x="916186" y="1464995"/>
                </a:lnTo>
                <a:cubicBezTo>
                  <a:pt x="887016" y="1464995"/>
                  <a:pt x="864840" y="1471246"/>
                  <a:pt x="849660" y="1483748"/>
                </a:cubicBezTo>
                <a:cubicBezTo>
                  <a:pt x="834480" y="1496249"/>
                  <a:pt x="821532" y="1520955"/>
                  <a:pt x="810816" y="1557864"/>
                </a:cubicBezTo>
                <a:lnTo>
                  <a:pt x="699195" y="1945412"/>
                </a:lnTo>
                <a:cubicBezTo>
                  <a:pt x="692051" y="1969820"/>
                  <a:pt x="688479" y="1987977"/>
                  <a:pt x="688479" y="1999884"/>
                </a:cubicBezTo>
                <a:cubicBezTo>
                  <a:pt x="688479" y="2010897"/>
                  <a:pt x="692944" y="2019752"/>
                  <a:pt x="701874" y="2026449"/>
                </a:cubicBezTo>
                <a:cubicBezTo>
                  <a:pt x="710803" y="2033147"/>
                  <a:pt x="728365" y="2036793"/>
                  <a:pt x="754559" y="2037388"/>
                </a:cubicBezTo>
                <a:lnTo>
                  <a:pt x="750540" y="2053908"/>
                </a:lnTo>
                <a:lnTo>
                  <a:pt x="448270" y="2053908"/>
                </a:lnTo>
                <a:lnTo>
                  <a:pt x="453628" y="2037388"/>
                </a:lnTo>
                <a:cubicBezTo>
                  <a:pt x="486073" y="2037388"/>
                  <a:pt x="510034" y="2031212"/>
                  <a:pt x="525512" y="2018859"/>
                </a:cubicBezTo>
                <a:cubicBezTo>
                  <a:pt x="540991" y="2006506"/>
                  <a:pt x="554087" y="1982024"/>
                  <a:pt x="564803" y="1945412"/>
                </a:cubicBezTo>
                <a:lnTo>
                  <a:pt x="678656" y="1552953"/>
                </a:lnTo>
                <a:lnTo>
                  <a:pt x="332184" y="2053908"/>
                </a:lnTo>
                <a:lnTo>
                  <a:pt x="313879" y="2053908"/>
                </a:lnTo>
                <a:lnTo>
                  <a:pt x="259407" y="1543130"/>
                </a:lnTo>
                <a:lnTo>
                  <a:pt x="143768" y="1945412"/>
                </a:lnTo>
                <a:cubicBezTo>
                  <a:pt x="139006" y="1961784"/>
                  <a:pt x="136624" y="1975476"/>
                  <a:pt x="136624" y="1986489"/>
                </a:cubicBezTo>
                <a:cubicBezTo>
                  <a:pt x="136624" y="2001372"/>
                  <a:pt x="141759" y="2013353"/>
                  <a:pt x="152028" y="2022431"/>
                </a:cubicBezTo>
                <a:cubicBezTo>
                  <a:pt x="162297" y="2031510"/>
                  <a:pt x="179785" y="2036495"/>
                  <a:pt x="204490" y="2037388"/>
                </a:cubicBezTo>
                <a:lnTo>
                  <a:pt x="200026" y="2053908"/>
                </a:lnTo>
                <a:lnTo>
                  <a:pt x="0" y="2053908"/>
                </a:lnTo>
                <a:lnTo>
                  <a:pt x="4019" y="2037388"/>
                </a:lnTo>
                <a:cubicBezTo>
                  <a:pt x="28129" y="2036495"/>
                  <a:pt x="46584" y="2031435"/>
                  <a:pt x="59383" y="2022208"/>
                </a:cubicBezTo>
                <a:cubicBezTo>
                  <a:pt x="82005" y="2005539"/>
                  <a:pt x="98376" y="1979941"/>
                  <a:pt x="108496" y="1945412"/>
                </a:cubicBezTo>
                <a:lnTo>
                  <a:pt x="239315" y="1498035"/>
                </a:lnTo>
                <a:cubicBezTo>
                  <a:pt x="226814" y="1484343"/>
                  <a:pt x="215578" y="1475413"/>
                  <a:pt x="205606" y="1471246"/>
                </a:cubicBezTo>
                <a:cubicBezTo>
                  <a:pt x="195635" y="1467079"/>
                  <a:pt x="178892" y="1464995"/>
                  <a:pt x="155377" y="1464995"/>
                </a:cubicBezTo>
                <a:close/>
                <a:moveTo>
                  <a:pt x="6698754" y="1434634"/>
                </a:moveTo>
                <a:cubicBezTo>
                  <a:pt x="6597848" y="1434634"/>
                  <a:pt x="6507658" y="1463358"/>
                  <a:pt x="6428184" y="1520806"/>
                </a:cubicBezTo>
                <a:cubicBezTo>
                  <a:pt x="6326683" y="1594922"/>
                  <a:pt x="6275932" y="1689130"/>
                  <a:pt x="6275932" y="1803430"/>
                </a:cubicBezTo>
                <a:cubicBezTo>
                  <a:pt x="6275932" y="1857009"/>
                  <a:pt x="6288212" y="1904782"/>
                  <a:pt x="6312768" y="1946752"/>
                </a:cubicBezTo>
                <a:cubicBezTo>
                  <a:pt x="6337324" y="1988721"/>
                  <a:pt x="6368280" y="2019380"/>
                  <a:pt x="6405636" y="2038728"/>
                </a:cubicBezTo>
                <a:cubicBezTo>
                  <a:pt x="6442992" y="2058075"/>
                  <a:pt x="6488310" y="2067749"/>
                  <a:pt x="6541591" y="2067749"/>
                </a:cubicBezTo>
                <a:cubicBezTo>
                  <a:pt x="6610647" y="2067749"/>
                  <a:pt x="6676429" y="2055843"/>
                  <a:pt x="6738937" y="2032030"/>
                </a:cubicBezTo>
                <a:lnTo>
                  <a:pt x="6793854" y="1845846"/>
                </a:lnTo>
                <a:cubicBezTo>
                  <a:pt x="6800105" y="1822332"/>
                  <a:pt x="6804719" y="1807746"/>
                  <a:pt x="6807696" y="1802091"/>
                </a:cubicBezTo>
                <a:cubicBezTo>
                  <a:pt x="6812756" y="1792566"/>
                  <a:pt x="6819676" y="1785348"/>
                  <a:pt x="6828457" y="1780436"/>
                </a:cubicBezTo>
                <a:cubicBezTo>
                  <a:pt x="6837238" y="1775525"/>
                  <a:pt x="6849368" y="1772623"/>
                  <a:pt x="6864846" y="1771730"/>
                </a:cubicBezTo>
                <a:lnTo>
                  <a:pt x="6868864" y="1754764"/>
                </a:lnTo>
                <a:lnTo>
                  <a:pt x="6607670" y="1754764"/>
                </a:lnTo>
                <a:lnTo>
                  <a:pt x="6603206" y="1771730"/>
                </a:lnTo>
                <a:cubicBezTo>
                  <a:pt x="6626125" y="1771730"/>
                  <a:pt x="6642273" y="1775525"/>
                  <a:pt x="6651649" y="1783115"/>
                </a:cubicBezTo>
                <a:cubicBezTo>
                  <a:pt x="6661026" y="1790706"/>
                  <a:pt x="6665714" y="1800007"/>
                  <a:pt x="6665714" y="1811021"/>
                </a:cubicBezTo>
                <a:cubicBezTo>
                  <a:pt x="6665714" y="1819355"/>
                  <a:pt x="6661844" y="1836917"/>
                  <a:pt x="6654105" y="1863706"/>
                </a:cubicBezTo>
                <a:lnTo>
                  <a:pt x="6607670" y="2023547"/>
                </a:lnTo>
                <a:cubicBezTo>
                  <a:pt x="6585942" y="2032179"/>
                  <a:pt x="6567487" y="2036495"/>
                  <a:pt x="6552306" y="2036495"/>
                </a:cubicBezTo>
                <a:cubicBezTo>
                  <a:pt x="6516290" y="2036495"/>
                  <a:pt x="6484887" y="2020794"/>
                  <a:pt x="6458098" y="1989391"/>
                </a:cubicBezTo>
                <a:cubicBezTo>
                  <a:pt x="6431309" y="1957988"/>
                  <a:pt x="6417914" y="1912521"/>
                  <a:pt x="6417914" y="1852990"/>
                </a:cubicBezTo>
                <a:cubicBezTo>
                  <a:pt x="6417914" y="1783636"/>
                  <a:pt x="6433020" y="1717482"/>
                  <a:pt x="6463232" y="1654528"/>
                </a:cubicBezTo>
                <a:cubicBezTo>
                  <a:pt x="6493445" y="1591574"/>
                  <a:pt x="6529982" y="1544990"/>
                  <a:pt x="6572844" y="1514778"/>
                </a:cubicBezTo>
                <a:cubicBezTo>
                  <a:pt x="6615707" y="1484566"/>
                  <a:pt x="6658570" y="1469460"/>
                  <a:pt x="6701432" y="1469460"/>
                </a:cubicBezTo>
                <a:cubicBezTo>
                  <a:pt x="6743104" y="1469460"/>
                  <a:pt x="6775474" y="1481887"/>
                  <a:pt x="6798542" y="1506742"/>
                </a:cubicBezTo>
                <a:cubicBezTo>
                  <a:pt x="6821611" y="1531596"/>
                  <a:pt x="6834336" y="1572300"/>
                  <a:pt x="6836717" y="1628855"/>
                </a:cubicBezTo>
                <a:lnTo>
                  <a:pt x="6853684" y="1628855"/>
                </a:lnTo>
                <a:lnTo>
                  <a:pt x="6895653" y="1434634"/>
                </a:lnTo>
                <a:lnTo>
                  <a:pt x="6879133" y="1434634"/>
                </a:lnTo>
                <a:cubicBezTo>
                  <a:pt x="6867524" y="1449219"/>
                  <a:pt x="6855172" y="1456512"/>
                  <a:pt x="6842074" y="1456512"/>
                </a:cubicBezTo>
                <a:cubicBezTo>
                  <a:pt x="6835526" y="1456512"/>
                  <a:pt x="6823322" y="1454280"/>
                  <a:pt x="6805463" y="1449815"/>
                </a:cubicBezTo>
                <a:cubicBezTo>
                  <a:pt x="6777781" y="1442969"/>
                  <a:pt x="6758434" y="1438802"/>
                  <a:pt x="6747420" y="1437313"/>
                </a:cubicBezTo>
                <a:cubicBezTo>
                  <a:pt x="6732537" y="1435527"/>
                  <a:pt x="6716315" y="1434634"/>
                  <a:pt x="6698754" y="1434634"/>
                </a:cubicBezTo>
                <a:close/>
                <a:moveTo>
                  <a:pt x="4975473" y="1434634"/>
                </a:moveTo>
                <a:lnTo>
                  <a:pt x="4995565" y="1434634"/>
                </a:lnTo>
                <a:lnTo>
                  <a:pt x="4975473" y="1930232"/>
                </a:lnTo>
                <a:cubicBezTo>
                  <a:pt x="4974580" y="1956128"/>
                  <a:pt x="4974134" y="1971755"/>
                  <a:pt x="4974134" y="1977113"/>
                </a:cubicBezTo>
                <a:cubicBezTo>
                  <a:pt x="4974134" y="1997353"/>
                  <a:pt x="4978227" y="2012087"/>
                  <a:pt x="4986412" y="2021315"/>
                </a:cubicBezTo>
                <a:cubicBezTo>
                  <a:pt x="4994598" y="2030542"/>
                  <a:pt x="5008215" y="2035900"/>
                  <a:pt x="5027265" y="2037388"/>
                </a:cubicBezTo>
                <a:lnTo>
                  <a:pt x="5022801" y="2053908"/>
                </a:lnTo>
                <a:lnTo>
                  <a:pt x="4760714" y="2053908"/>
                </a:lnTo>
                <a:lnTo>
                  <a:pt x="4765625" y="2037388"/>
                </a:lnTo>
                <a:cubicBezTo>
                  <a:pt x="4791521" y="2035007"/>
                  <a:pt x="4806404" y="2032923"/>
                  <a:pt x="4810274" y="2031137"/>
                </a:cubicBezTo>
                <a:cubicBezTo>
                  <a:pt x="4818608" y="2026970"/>
                  <a:pt x="4826199" y="2018264"/>
                  <a:pt x="4833045" y="2005018"/>
                </a:cubicBezTo>
                <a:cubicBezTo>
                  <a:pt x="4839891" y="1991772"/>
                  <a:pt x="4844058" y="1968778"/>
                  <a:pt x="4845546" y="1936036"/>
                </a:cubicBezTo>
                <a:lnTo>
                  <a:pt x="4849565" y="1858795"/>
                </a:lnTo>
                <a:lnTo>
                  <a:pt x="4662041" y="1858795"/>
                </a:lnTo>
                <a:lnTo>
                  <a:pt x="4624536" y="1905229"/>
                </a:lnTo>
                <a:lnTo>
                  <a:pt x="4581674" y="1956575"/>
                </a:lnTo>
                <a:cubicBezTo>
                  <a:pt x="4573339" y="1967588"/>
                  <a:pt x="4567237" y="1977559"/>
                  <a:pt x="4563368" y="1986489"/>
                </a:cubicBezTo>
                <a:cubicBezTo>
                  <a:pt x="4560391" y="1993335"/>
                  <a:pt x="4558903" y="2000181"/>
                  <a:pt x="4558903" y="2007027"/>
                </a:cubicBezTo>
                <a:cubicBezTo>
                  <a:pt x="4558903" y="2014171"/>
                  <a:pt x="4562698" y="2020794"/>
                  <a:pt x="4570288" y="2026896"/>
                </a:cubicBezTo>
                <a:cubicBezTo>
                  <a:pt x="4577879" y="2032998"/>
                  <a:pt x="4590455" y="2036495"/>
                  <a:pt x="4608016" y="2037388"/>
                </a:cubicBezTo>
                <a:lnTo>
                  <a:pt x="4608016" y="2053908"/>
                </a:lnTo>
                <a:lnTo>
                  <a:pt x="4427190" y="2053908"/>
                </a:lnTo>
                <a:lnTo>
                  <a:pt x="4431655" y="2037388"/>
                </a:lnTo>
                <a:cubicBezTo>
                  <a:pt x="4447728" y="2034709"/>
                  <a:pt x="4462016" y="2029054"/>
                  <a:pt x="4474517" y="2020422"/>
                </a:cubicBezTo>
                <a:cubicBezTo>
                  <a:pt x="4491186" y="2008516"/>
                  <a:pt x="4515148" y="1983959"/>
                  <a:pt x="4546401" y="1946752"/>
                </a:cubicBezTo>
                <a:close/>
                <a:moveTo>
                  <a:pt x="4333726" y="1434634"/>
                </a:moveTo>
                <a:cubicBezTo>
                  <a:pt x="4358729" y="1434634"/>
                  <a:pt x="4389834" y="1439992"/>
                  <a:pt x="4427041" y="1450708"/>
                </a:cubicBezTo>
                <a:cubicBezTo>
                  <a:pt x="4446091" y="1456066"/>
                  <a:pt x="4459337" y="1458744"/>
                  <a:pt x="4466778" y="1458744"/>
                </a:cubicBezTo>
                <a:cubicBezTo>
                  <a:pt x="4481661" y="1458744"/>
                  <a:pt x="4496693" y="1450708"/>
                  <a:pt x="4511873" y="1434634"/>
                </a:cubicBezTo>
                <a:lnTo>
                  <a:pt x="4528393" y="1434634"/>
                </a:lnTo>
                <a:lnTo>
                  <a:pt x="4483745" y="1627069"/>
                </a:lnTo>
                <a:lnTo>
                  <a:pt x="4466332" y="1627069"/>
                </a:lnTo>
                <a:cubicBezTo>
                  <a:pt x="4464248" y="1574682"/>
                  <a:pt x="4451375" y="1535614"/>
                  <a:pt x="4427711" y="1509867"/>
                </a:cubicBezTo>
                <a:cubicBezTo>
                  <a:pt x="4404047" y="1484120"/>
                  <a:pt x="4373166" y="1471246"/>
                  <a:pt x="4335066" y="1471246"/>
                </a:cubicBezTo>
                <a:cubicBezTo>
                  <a:pt x="4293989" y="1471246"/>
                  <a:pt x="4253061" y="1488808"/>
                  <a:pt x="4212282" y="1523931"/>
                </a:cubicBezTo>
                <a:cubicBezTo>
                  <a:pt x="4171503" y="1559055"/>
                  <a:pt x="4136975" y="1612782"/>
                  <a:pt x="4108698" y="1685112"/>
                </a:cubicBezTo>
                <a:cubicBezTo>
                  <a:pt x="4085778" y="1743750"/>
                  <a:pt x="4074319" y="1801645"/>
                  <a:pt x="4074319" y="1858795"/>
                </a:cubicBezTo>
                <a:cubicBezTo>
                  <a:pt x="4074319" y="1909991"/>
                  <a:pt x="4086894" y="1949059"/>
                  <a:pt x="4112046" y="1975997"/>
                </a:cubicBezTo>
                <a:cubicBezTo>
                  <a:pt x="4137199" y="2002935"/>
                  <a:pt x="4171652" y="2016403"/>
                  <a:pt x="4215408" y="2016403"/>
                </a:cubicBezTo>
                <a:cubicBezTo>
                  <a:pt x="4250829" y="2016403"/>
                  <a:pt x="4283124" y="2008664"/>
                  <a:pt x="4312295" y="1993186"/>
                </a:cubicBezTo>
                <a:cubicBezTo>
                  <a:pt x="4341465" y="1977708"/>
                  <a:pt x="4370933" y="1952556"/>
                  <a:pt x="4400699" y="1917730"/>
                </a:cubicBezTo>
                <a:lnTo>
                  <a:pt x="4422130" y="1917730"/>
                </a:lnTo>
                <a:cubicBezTo>
                  <a:pt x="4385221" y="1973095"/>
                  <a:pt x="4347939" y="2011939"/>
                  <a:pt x="4310286" y="2034263"/>
                </a:cubicBezTo>
                <a:cubicBezTo>
                  <a:pt x="4272632" y="2056587"/>
                  <a:pt x="4226570" y="2067749"/>
                  <a:pt x="4172099" y="2067749"/>
                </a:cubicBezTo>
                <a:cubicBezTo>
                  <a:pt x="4099173" y="2067749"/>
                  <a:pt x="4040460" y="2045648"/>
                  <a:pt x="3995961" y="2001446"/>
                </a:cubicBezTo>
                <a:cubicBezTo>
                  <a:pt x="3951461" y="1957244"/>
                  <a:pt x="3929211" y="1899573"/>
                  <a:pt x="3929211" y="1828434"/>
                </a:cubicBezTo>
                <a:cubicBezTo>
                  <a:pt x="3929211" y="1761759"/>
                  <a:pt x="3946922" y="1698134"/>
                  <a:pt x="3982343" y="1637561"/>
                </a:cubicBezTo>
                <a:cubicBezTo>
                  <a:pt x="4017764" y="1576988"/>
                  <a:pt x="4068737" y="1528024"/>
                  <a:pt x="4135264" y="1490668"/>
                </a:cubicBezTo>
                <a:cubicBezTo>
                  <a:pt x="4201790" y="1453312"/>
                  <a:pt x="4267944" y="1434634"/>
                  <a:pt x="4333726" y="1434634"/>
                </a:cubicBezTo>
                <a:close/>
                <a:moveTo>
                  <a:pt x="7318027" y="1434188"/>
                </a:moveTo>
                <a:cubicBezTo>
                  <a:pt x="7255520" y="1434188"/>
                  <a:pt x="7192193" y="1454354"/>
                  <a:pt x="7128048" y="1494686"/>
                </a:cubicBezTo>
                <a:cubicBezTo>
                  <a:pt x="7063903" y="1535019"/>
                  <a:pt x="7012930" y="1588746"/>
                  <a:pt x="6975127" y="1655867"/>
                </a:cubicBezTo>
                <a:cubicBezTo>
                  <a:pt x="6937324" y="1722989"/>
                  <a:pt x="6918424" y="1789589"/>
                  <a:pt x="6918424" y="1855669"/>
                </a:cubicBezTo>
                <a:cubicBezTo>
                  <a:pt x="6918424" y="1888411"/>
                  <a:pt x="6925940" y="1922046"/>
                  <a:pt x="6940971" y="1956575"/>
                </a:cubicBezTo>
                <a:cubicBezTo>
                  <a:pt x="6956002" y="1991103"/>
                  <a:pt x="6978550" y="2018338"/>
                  <a:pt x="7008614" y="2038281"/>
                </a:cubicBezTo>
                <a:cubicBezTo>
                  <a:pt x="7038676" y="2058224"/>
                  <a:pt x="7078116" y="2068196"/>
                  <a:pt x="7126932" y="2068196"/>
                </a:cubicBezTo>
                <a:cubicBezTo>
                  <a:pt x="7192416" y="2068196"/>
                  <a:pt x="7247780" y="2055545"/>
                  <a:pt x="7293024" y="2030245"/>
                </a:cubicBezTo>
                <a:cubicBezTo>
                  <a:pt x="7352853" y="1996312"/>
                  <a:pt x="7406728" y="1941469"/>
                  <a:pt x="7454652" y="1865715"/>
                </a:cubicBezTo>
                <a:cubicBezTo>
                  <a:pt x="7502574" y="1789962"/>
                  <a:pt x="7526536" y="1714431"/>
                  <a:pt x="7526536" y="1639124"/>
                </a:cubicBezTo>
                <a:cubicBezTo>
                  <a:pt x="7526536" y="1605489"/>
                  <a:pt x="7517382" y="1572152"/>
                  <a:pt x="7499076" y="1539112"/>
                </a:cubicBezTo>
                <a:cubicBezTo>
                  <a:pt x="7480770" y="1506072"/>
                  <a:pt x="7455172" y="1480325"/>
                  <a:pt x="7422281" y="1461870"/>
                </a:cubicBezTo>
                <a:cubicBezTo>
                  <a:pt x="7389390" y="1443415"/>
                  <a:pt x="7354639" y="1434188"/>
                  <a:pt x="7318027" y="1434188"/>
                </a:cubicBezTo>
                <a:close/>
                <a:moveTo>
                  <a:pt x="1288703" y="1434188"/>
                </a:moveTo>
                <a:cubicBezTo>
                  <a:pt x="1325314" y="1434188"/>
                  <a:pt x="1360066" y="1443415"/>
                  <a:pt x="1392957" y="1461870"/>
                </a:cubicBezTo>
                <a:cubicBezTo>
                  <a:pt x="1425848" y="1480325"/>
                  <a:pt x="1451446" y="1506072"/>
                  <a:pt x="1469753" y="1539112"/>
                </a:cubicBezTo>
                <a:cubicBezTo>
                  <a:pt x="1488058" y="1572152"/>
                  <a:pt x="1497211" y="1605489"/>
                  <a:pt x="1497211" y="1639124"/>
                </a:cubicBezTo>
                <a:cubicBezTo>
                  <a:pt x="1497211" y="1714431"/>
                  <a:pt x="1473250" y="1789962"/>
                  <a:pt x="1425327" y="1865715"/>
                </a:cubicBezTo>
                <a:cubicBezTo>
                  <a:pt x="1377405" y="1941469"/>
                  <a:pt x="1323528" y="1996312"/>
                  <a:pt x="1263700" y="2030245"/>
                </a:cubicBezTo>
                <a:cubicBezTo>
                  <a:pt x="1218456" y="2055545"/>
                  <a:pt x="1163092" y="2068196"/>
                  <a:pt x="1097608" y="2068196"/>
                </a:cubicBezTo>
                <a:cubicBezTo>
                  <a:pt x="1048792" y="2068196"/>
                  <a:pt x="1009352" y="2058224"/>
                  <a:pt x="979289" y="2038281"/>
                </a:cubicBezTo>
                <a:cubicBezTo>
                  <a:pt x="949226" y="2018338"/>
                  <a:pt x="926678" y="1991103"/>
                  <a:pt x="911647" y="1956575"/>
                </a:cubicBezTo>
                <a:cubicBezTo>
                  <a:pt x="896615" y="1922046"/>
                  <a:pt x="889100" y="1888411"/>
                  <a:pt x="889100" y="1855669"/>
                </a:cubicBezTo>
                <a:cubicBezTo>
                  <a:pt x="889100" y="1789589"/>
                  <a:pt x="908001" y="1722989"/>
                  <a:pt x="945803" y="1655867"/>
                </a:cubicBezTo>
                <a:cubicBezTo>
                  <a:pt x="983605" y="1588746"/>
                  <a:pt x="1034579" y="1535019"/>
                  <a:pt x="1098724" y="1494686"/>
                </a:cubicBezTo>
                <a:cubicBezTo>
                  <a:pt x="1162869" y="1454354"/>
                  <a:pt x="1226195" y="1434188"/>
                  <a:pt x="1288703" y="1434188"/>
                </a:cubicBezTo>
                <a:close/>
                <a:moveTo>
                  <a:pt x="4177796" y="0"/>
                </a:moveTo>
                <a:lnTo>
                  <a:pt x="9964942" y="0"/>
                </a:lnTo>
                <a:lnTo>
                  <a:pt x="9964942" y="6858000"/>
                </a:lnTo>
                <a:lnTo>
                  <a:pt x="4075268" y="6858000"/>
                </a:lnTo>
                <a:cubicBezTo>
                  <a:pt x="3541477" y="6195646"/>
                  <a:pt x="6252739" y="5644661"/>
                  <a:pt x="6312030" y="2729132"/>
                </a:cubicBezTo>
                <a:cubicBezTo>
                  <a:pt x="6307321" y="2509544"/>
                  <a:pt x="6210580" y="2293253"/>
                  <a:pt x="6060004" y="2083575"/>
                </a:cubicBezTo>
                <a:lnTo>
                  <a:pt x="6036095" y="2053908"/>
                </a:lnTo>
                <a:lnTo>
                  <a:pt x="6088707" y="2053908"/>
                </a:lnTo>
                <a:lnTo>
                  <a:pt x="6151661" y="1887816"/>
                </a:lnTo>
                <a:lnTo>
                  <a:pt x="6133355" y="1887816"/>
                </a:lnTo>
                <a:cubicBezTo>
                  <a:pt x="6097637" y="1931571"/>
                  <a:pt x="6057305" y="1964239"/>
                  <a:pt x="6012359" y="1985819"/>
                </a:cubicBezTo>
                <a:lnTo>
                  <a:pt x="5988050" y="1994292"/>
                </a:lnTo>
                <a:lnTo>
                  <a:pt x="5892897" y="1876223"/>
                </a:lnTo>
                <a:lnTo>
                  <a:pt x="5847696" y="1829234"/>
                </a:lnTo>
                <a:lnTo>
                  <a:pt x="5870377" y="1749852"/>
                </a:lnTo>
                <a:lnTo>
                  <a:pt x="5905203" y="1749852"/>
                </a:lnTo>
                <a:cubicBezTo>
                  <a:pt x="5937051" y="1749852"/>
                  <a:pt x="5958037" y="1751341"/>
                  <a:pt x="5968157" y="1754317"/>
                </a:cubicBezTo>
                <a:cubicBezTo>
                  <a:pt x="5983635" y="1758782"/>
                  <a:pt x="5996210" y="1766223"/>
                  <a:pt x="6005884" y="1776641"/>
                </a:cubicBezTo>
                <a:cubicBezTo>
                  <a:pt x="6015558" y="1787059"/>
                  <a:pt x="6020395" y="1800454"/>
                  <a:pt x="6020395" y="1816825"/>
                </a:cubicBezTo>
                <a:cubicBezTo>
                  <a:pt x="6020395" y="1826648"/>
                  <a:pt x="6019056" y="1839447"/>
                  <a:pt x="6016377" y="1855223"/>
                </a:cubicBezTo>
                <a:lnTo>
                  <a:pt x="6032004" y="1855223"/>
                </a:lnTo>
                <a:lnTo>
                  <a:pt x="6099869" y="1619479"/>
                </a:lnTo>
                <a:lnTo>
                  <a:pt x="6083349" y="1619479"/>
                </a:lnTo>
                <a:cubicBezTo>
                  <a:pt x="6066086" y="1655793"/>
                  <a:pt x="6045026" y="1681094"/>
                  <a:pt x="6020172" y="1695381"/>
                </a:cubicBezTo>
                <a:cubicBezTo>
                  <a:pt x="5995317" y="1709669"/>
                  <a:pt x="5955804" y="1716812"/>
                  <a:pt x="5901630" y="1716812"/>
                </a:cubicBezTo>
                <a:lnTo>
                  <a:pt x="5881092" y="1716812"/>
                </a:lnTo>
                <a:lnTo>
                  <a:pt x="5948512" y="1481962"/>
                </a:lnTo>
                <a:lnTo>
                  <a:pt x="6005214" y="1481962"/>
                </a:lnTo>
                <a:cubicBezTo>
                  <a:pt x="6051649" y="1481962"/>
                  <a:pt x="6085210" y="1486352"/>
                  <a:pt x="6105897" y="1495133"/>
                </a:cubicBezTo>
                <a:cubicBezTo>
                  <a:pt x="6126584" y="1503914"/>
                  <a:pt x="6143178" y="1517829"/>
                  <a:pt x="6155680" y="1536879"/>
                </a:cubicBezTo>
                <a:cubicBezTo>
                  <a:pt x="6163716" y="1549083"/>
                  <a:pt x="6168330" y="1570068"/>
                  <a:pt x="6169521" y="1599834"/>
                </a:cubicBezTo>
                <a:lnTo>
                  <a:pt x="6185594" y="1599834"/>
                </a:lnTo>
                <a:lnTo>
                  <a:pt x="6224438" y="1448475"/>
                </a:lnTo>
                <a:lnTo>
                  <a:pt x="5741789" y="1448475"/>
                </a:lnTo>
                <a:lnTo>
                  <a:pt x="5736877" y="1464995"/>
                </a:lnTo>
                <a:cubicBezTo>
                  <a:pt x="5765452" y="1467079"/>
                  <a:pt x="5783759" y="1471172"/>
                  <a:pt x="5791795" y="1477274"/>
                </a:cubicBezTo>
                <a:cubicBezTo>
                  <a:pt x="5799832" y="1483376"/>
                  <a:pt x="5803850" y="1492082"/>
                  <a:pt x="5803850" y="1503393"/>
                </a:cubicBezTo>
                <a:cubicBezTo>
                  <a:pt x="5803850" y="1515894"/>
                  <a:pt x="5800725" y="1533010"/>
                  <a:pt x="5794474" y="1554739"/>
                </a:cubicBezTo>
                <a:lnTo>
                  <a:pt x="5745368" y="1722856"/>
                </a:lnTo>
                <a:lnTo>
                  <a:pt x="5698387" y="1674016"/>
                </a:lnTo>
                <a:lnTo>
                  <a:pt x="5628908" y="1610104"/>
                </a:lnTo>
                <a:lnTo>
                  <a:pt x="5674519" y="1448475"/>
                </a:lnTo>
                <a:lnTo>
                  <a:pt x="5450489" y="1448475"/>
                </a:lnTo>
                <a:lnTo>
                  <a:pt x="5261113" y="1287984"/>
                </a:lnTo>
                <a:cubicBezTo>
                  <a:pt x="4582410" y="729528"/>
                  <a:pt x="3877539" y="270363"/>
                  <a:pt x="4177796" y="0"/>
                </a:cubicBez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AS" sz="72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7AE8D3-D223-47CF-9C25-03B00AB9B71B}"/>
              </a:ext>
            </a:extLst>
          </p:cNvPr>
          <p:cNvSpPr txBox="1"/>
          <p:nvPr/>
        </p:nvSpPr>
        <p:spPr>
          <a:xfrm>
            <a:off x="8148918" y="3602038"/>
            <a:ext cx="35096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PARTHASARATHI</a:t>
            </a:r>
          </a:p>
          <a:p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DA-DS</a:t>
            </a:r>
            <a:endParaRPr lang="en-AS" sz="2000" b="1" i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20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8E3DB4-011F-1B6A-91E2-751A7E0C12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63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"/>
            <a:ext cx="12192000" cy="6842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E5640C-6D2A-4D96-B483-47504B14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AS" sz="48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24A47-AF56-BC60-6047-424EE62B0C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CONNECT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  <a:endParaRPr lang="en-A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B283C-98BA-FE4F-307E-2AD38928D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RECOMMENDATION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A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53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E82E9D2-2E06-3AD7-9ACB-DC2185407A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AA75D6-A7A2-5D0F-230B-84CED5671EEA}"/>
              </a:ext>
            </a:extLst>
          </p:cNvPr>
          <p:cNvSpPr txBox="1"/>
          <p:nvPr/>
        </p:nvSpPr>
        <p:spPr>
          <a:xfrm>
            <a:off x="196948" y="89305"/>
            <a:ext cx="7230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AS" sz="48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49052A-FB11-C87C-0AE0-0D8C5C273AB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6948" y="1326634"/>
            <a:ext cx="707604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and </a:t>
            </a:r>
            <a:r>
              <a:rPr lang="en-US" altLang="en-A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AS" altLang="en-A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nalyze</a:t>
            </a:r>
            <a:r>
              <a:rPr kumimoji="0" lang="en-AS" altLang="en-A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raw mobile phone data from online sources</a:t>
            </a:r>
            <a:endParaRPr kumimoji="0" lang="en-US" altLang="en-A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market trends and customer preferences</a:t>
            </a:r>
            <a:endParaRPr kumimoji="0" lang="en-US" altLang="en-A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recommendations for business growth</a:t>
            </a:r>
            <a:endParaRPr kumimoji="0" lang="en-US" altLang="en-A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decision-making for product positioning</a:t>
            </a:r>
            <a:endParaRPr kumimoji="0" lang="en-US" altLang="en-A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inventory management &amp; pricing strategies</a:t>
            </a:r>
            <a:endParaRPr kumimoji="0" lang="en-US" altLang="en-A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A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274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Why Flipkart Should be a Preference for online sellers?">
            <a:extLst>
              <a:ext uri="{FF2B5EF4-FFF2-40B4-BE49-F238E27FC236}">
                <a16:creationId xmlns:a16="http://schemas.microsoft.com/office/drawing/2014/main" id="{CBF1A80F-905B-8D72-DAB5-93E5C3041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0848"/>
                    </a14:imgEffect>
                    <a14:imgEffect>
                      <a14:saturation sat="20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609"/>
            <a:ext cx="12192000" cy="6802782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32671D-BA64-0AC5-ABD9-DC5C3393BC49}"/>
              </a:ext>
            </a:extLst>
          </p:cNvPr>
          <p:cNvSpPr txBox="1"/>
          <p:nvPr/>
        </p:nvSpPr>
        <p:spPr>
          <a:xfrm>
            <a:off x="464234" y="450166"/>
            <a:ext cx="60631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endParaRPr lang="en-A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01D5D0-3D3E-111D-9D8B-4B6538886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234" y="1349725"/>
            <a:ext cx="956603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Sources: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E-commerce websites </a:t>
            </a:r>
            <a:r>
              <a:rPr kumimoji="0" lang="en-AS" altLang="en-A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Flipkar</a:t>
            </a:r>
            <a:r>
              <a:rPr lang="en-US" altLang="en-A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Scraping, APIs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A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Automates the web browser and loads dynamic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Parses the HTML structure to extract specific elements.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Stores and processes scraped data in a structured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Adds delays to ensure pages are fully loaded.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webdriver_manager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Automatically installs and manages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Chrome driver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76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5D0621-9C95-0883-F782-9055A163FFD5}"/>
              </a:ext>
            </a:extLst>
          </p:cNvPr>
          <p:cNvSpPr txBox="1"/>
          <p:nvPr/>
        </p:nvSpPr>
        <p:spPr>
          <a:xfrm>
            <a:off x="323558" y="145925"/>
            <a:ext cx="6105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32E65-62C3-60B8-295A-AEE425BF5603}"/>
              </a:ext>
            </a:extLst>
          </p:cNvPr>
          <p:cNvSpPr txBox="1"/>
          <p:nvPr/>
        </p:nvSpPr>
        <p:spPr>
          <a:xfrm>
            <a:off x="323557" y="905357"/>
            <a:ext cx="3699803" cy="530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The dataset collected from Flipkart </a:t>
            </a:r>
            <a:r>
              <a:rPr lang="en-US" sz="2400" kern="0" dirty="0"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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Title 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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Price 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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Rating 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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Ram 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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Battery 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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Processer 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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Camera 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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Display warranty 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marR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Columns - 9 , Rows - 956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2391D6-E267-15DA-936B-F8BB78E13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031" y="1073558"/>
            <a:ext cx="7497221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9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BEC88-5A09-A18E-A2DC-C48BFD8F6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Data Cleaning: Python vs Data Tools - DataScienceCentral.com">
            <a:extLst>
              <a:ext uri="{FF2B5EF4-FFF2-40B4-BE49-F238E27FC236}">
                <a16:creationId xmlns:a16="http://schemas.microsoft.com/office/drawing/2014/main" id="{C49E3D73-2919-71C3-19D1-C8140CB8C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27" y="0"/>
            <a:ext cx="1227302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E081E8-43E4-3F47-D778-8389272E7378}"/>
              </a:ext>
            </a:extLst>
          </p:cNvPr>
          <p:cNvSpPr txBox="1"/>
          <p:nvPr/>
        </p:nvSpPr>
        <p:spPr>
          <a:xfrm>
            <a:off x="281354" y="59037"/>
            <a:ext cx="6098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562E738-7C9C-A246-E479-D36C9DD937B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81354" y="1351508"/>
            <a:ext cx="671028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Renamed &amp; Extracted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Brand, RAM, ROM, Camera, </a:t>
            </a:r>
            <a:r>
              <a:rPr kumimoji="0" lang="en-AS" altLang="en-A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Filled 0 / “Not Mentioned”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Data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Removed ₹, GB, </a:t>
            </a:r>
            <a:r>
              <a:rPr kumimoji="0" lang="en-AS" altLang="en-A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Dropped Unwanted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Extra columns &amp; irrelevant rows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15 Columns × 851 Rows, ready for EDA &amp; ML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F944D3-D42A-2F17-F5DB-130EA71E8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002" y="534518"/>
            <a:ext cx="4096322" cy="781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A1C7CF-0251-CFD5-CB4A-7684B58F4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002" y="4206240"/>
            <a:ext cx="4096322" cy="16194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C5D8A76-4A62-00AA-FA32-103FDBCCDE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9002" y="1769864"/>
            <a:ext cx="2105319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52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e 5 Basic SQL Queries Explained with Examples - Codoid">
            <a:extLst>
              <a:ext uri="{FF2B5EF4-FFF2-40B4-BE49-F238E27FC236}">
                <a16:creationId xmlns:a16="http://schemas.microsoft.com/office/drawing/2014/main" id="{9336B7A4-3DD5-C4DA-23CD-89DB99932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000"/>
                    </a14:imgEffect>
                    <a14:imgEffect>
                      <a14:colorTemperature colorTemp="4541"/>
                    </a14:imgEffect>
                    <a14:imgEffect>
                      <a14:saturation sat="113000"/>
                    </a14:imgEffect>
                    <a14:imgEffect>
                      <a14:brightnessContrast bright="-34000" contrast="-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28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561948-DE0F-5314-612D-B196702F94D7}"/>
              </a:ext>
            </a:extLst>
          </p:cNvPr>
          <p:cNvSpPr txBox="1"/>
          <p:nvPr/>
        </p:nvSpPr>
        <p:spPr>
          <a:xfrm>
            <a:off x="844061" y="309489"/>
            <a:ext cx="3812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CONNECT</a:t>
            </a:r>
            <a:endParaRPr lang="en-AS" sz="4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B161B46-91D0-82BD-0A9B-5AF553F46E8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31519" y="1326864"/>
            <a:ext cx="636797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 Data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Stored cleaned dataset into SQL using </a:t>
            </a:r>
            <a:r>
              <a:rPr kumimoji="0" lang="en-AS" altLang="en-A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Organized tables with rows &amp; columns.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Queries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Easy filtering, joins, aggregations.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Back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Retrieved into Python with </a:t>
            </a:r>
            <a:r>
              <a:rPr kumimoji="0" lang="en-AS" altLang="en-A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read_sql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Scalable, reusable, team-friendly.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1692BE-E082-C632-96C4-9C9369680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5312" y="663432"/>
            <a:ext cx="4734586" cy="2972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426152-F0F7-0A7E-5006-C46C9D94C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5312" y="4210170"/>
            <a:ext cx="4048690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86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4000-176277732">
            <a:hlinkClick r:id="" action="ppaction://media"/>
            <a:extLst>
              <a:ext uri="{FF2B5EF4-FFF2-40B4-BE49-F238E27FC236}">
                <a16:creationId xmlns:a16="http://schemas.microsoft.com/office/drawing/2014/main" id="{2F82CEB0-8603-A43D-E7CC-12D6057BD8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lum bright="-26000" contrast="-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6110D6-FBA6-9864-8944-A85A06DAFA5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8831" y="1516804"/>
            <a:ext cx="718858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Finds patterns from </a:t>
            </a:r>
            <a:r>
              <a:rPr kumimoji="0" lang="en-AS" altLang="en-A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unlabeled</a:t>
            </a: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(no output labels).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AS" altLang="en-A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Hierarchical Clustering.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Silhouette Score → </a:t>
            </a:r>
            <a:r>
              <a:rPr kumimoji="0" lang="en-AS" altLang="en-A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0.6483 (Best, k=14)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AS" altLang="en-A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KMeans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chosen → </a:t>
            </a: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meaningful clusters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supports </a:t>
            </a: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segmentation &amp; product positioning</a:t>
            </a:r>
            <a:endParaRPr kumimoji="0" lang="en-A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E95B6-90D2-5174-0F4C-53BF2D567AA4}"/>
              </a:ext>
            </a:extLst>
          </p:cNvPr>
          <p:cNvSpPr txBox="1"/>
          <p:nvPr/>
        </p:nvSpPr>
        <p:spPr>
          <a:xfrm>
            <a:off x="328830" y="330593"/>
            <a:ext cx="69248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5B4EC5-963B-F5A2-F14D-3C3C197EA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9969" y="339469"/>
            <a:ext cx="3577597" cy="27500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166205-D4CB-CCCC-9712-D628765D79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9969" y="3300981"/>
            <a:ext cx="3577597" cy="334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8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74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91D344-8B55-9F6D-46E1-4074DD5B898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9191" y="1325107"/>
            <a:ext cx="593656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mobile </a:t>
            </a:r>
            <a:r>
              <a:rPr kumimoji="0" lang="en-US" altLang="en-A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r>
              <a:rPr kumimoji="0" lang="en-U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features like Price, RAM,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ROM, Processor, Display.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→ Encode categorical, scale numeric,</a:t>
            </a:r>
            <a:endParaRPr kumimoji="0" lang="en-US" altLang="en-A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class balance.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 multiple models → </a:t>
            </a: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(DT), Random Forest (RF), </a:t>
            </a:r>
            <a:r>
              <a:rPr kumimoji="0" lang="en-AS" altLang="en-A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selected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final model for best accuracy and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AS" altLang="en-A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predictions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support business strategy.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EDC02-3A9E-7654-5415-7EDB59AD0AC5}"/>
              </a:ext>
            </a:extLst>
          </p:cNvPr>
          <p:cNvSpPr txBox="1"/>
          <p:nvPr/>
        </p:nvSpPr>
        <p:spPr>
          <a:xfrm>
            <a:off x="478302" y="258467"/>
            <a:ext cx="6098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747206-54E9-58AB-E634-5B732BFC7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523" y="612410"/>
            <a:ext cx="4629287" cy="27340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716F71-7A6E-A181-6D97-073E5EE78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523" y="3587265"/>
            <a:ext cx="4629286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57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2,574,000+ Insights Concept Stock Photos, Pictures &amp; Royalty-Free Images -  iStock | Data insights concept, Consumer insights concept, Business insights  concept">
            <a:extLst>
              <a:ext uri="{FF2B5EF4-FFF2-40B4-BE49-F238E27FC236}">
                <a16:creationId xmlns:a16="http://schemas.microsoft.com/office/drawing/2014/main" id="{17E7C79D-D0BB-6D50-234E-37C4C168D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D5A9EA-6740-AEBD-6222-140C2D61620A}"/>
              </a:ext>
            </a:extLst>
          </p:cNvPr>
          <p:cNvSpPr txBox="1"/>
          <p:nvPr/>
        </p:nvSpPr>
        <p:spPr>
          <a:xfrm>
            <a:off x="492368" y="407963"/>
            <a:ext cx="10283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RECOMMENDATIONS</a:t>
            </a:r>
            <a:endParaRPr lang="en-AS" sz="4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01D81A9-164A-74D3-28C5-22F17EE7AB0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2366" y="2790760"/>
            <a:ext cx="710522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 brands: Google, Realme, Samsung, Redmi; Premium: Apple &amp; Google.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phones ₹10K–₹20K; high RAM &amp; battery → mid-to-premium.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&gt;4.0; budget phones slightly lower.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prefer Mid Range &amp; High Performance; Budget &amp; Gaming less popular.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8037B-6AC0-DFBD-9EF6-46FA09CDD575}"/>
              </a:ext>
            </a:extLst>
          </p:cNvPr>
          <p:cNvSpPr txBox="1"/>
          <p:nvPr/>
        </p:nvSpPr>
        <p:spPr>
          <a:xfrm>
            <a:off x="492367" y="1345464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AS" sz="2400" dirty="0"/>
          </a:p>
        </p:txBody>
      </p:sp>
    </p:spTree>
    <p:extLst>
      <p:ext uri="{BB962C8B-B14F-4D97-AF65-F5344CB8AC3E}">
        <p14:creationId xmlns:p14="http://schemas.microsoft.com/office/powerpoint/2010/main" val="3031993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0982A-8D9E-6BF8-FF52-EA6D5C6C4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2,574,000+ Insights Concept Stock Photos, Pictures &amp; Royalty-Free Images -  iStock | Data insights concept, Consumer insights concept, Business insights  concept">
            <a:extLst>
              <a:ext uri="{FF2B5EF4-FFF2-40B4-BE49-F238E27FC236}">
                <a16:creationId xmlns:a16="http://schemas.microsoft.com/office/drawing/2014/main" id="{9CB626F2-A193-D427-E389-452DF97DB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230E40-A05F-26B5-50CF-07F98AE1EB2D}"/>
              </a:ext>
            </a:extLst>
          </p:cNvPr>
          <p:cNvSpPr txBox="1"/>
          <p:nvPr/>
        </p:nvSpPr>
        <p:spPr>
          <a:xfrm>
            <a:off x="492368" y="407963"/>
            <a:ext cx="10283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RECOMMENDATIONS</a:t>
            </a:r>
            <a:endParaRPr lang="en-AS" sz="4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44E21A-7967-3380-23E0-A1BD66A89674}"/>
              </a:ext>
            </a:extLst>
          </p:cNvPr>
          <p:cNvSpPr txBox="1"/>
          <p:nvPr/>
        </p:nvSpPr>
        <p:spPr>
          <a:xfrm>
            <a:off x="956392" y="1725375"/>
            <a:ext cx="36470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AS" sz="2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937B399-395A-7532-06DD-6E65FBD342D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56393" y="2499625"/>
            <a:ext cx="660085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Mid Range &amp; High Performance mobiles; highlight key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Budget buyers: check reviews; Heavy users/gamers: ≥8 GB RAM &amp; ≥5000 </a:t>
            </a:r>
            <a:r>
              <a:rPr kumimoji="0" lang="en-AS" altLang="en-A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mAh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battery.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Premium buyers: trust Apple, Samsung, OnePlus.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Future: sentiment analysis, dataset updates, deploy </a:t>
            </a:r>
            <a:r>
              <a:rPr kumimoji="0" lang="en-U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 Boost </a:t>
            </a:r>
            <a:r>
              <a:rPr kumimoji="0" lang="en-AS" altLang="en-A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02106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op 10 Conclusion Slide Templates with Examples and Samples">
            <a:extLst>
              <a:ext uri="{FF2B5EF4-FFF2-40B4-BE49-F238E27FC236}">
                <a16:creationId xmlns:a16="http://schemas.microsoft.com/office/drawing/2014/main" id="{57970B3B-880C-7339-6818-4A357F3CD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1F292A-3E1B-7A48-32EC-6D7CDB1B34BD}"/>
              </a:ext>
            </a:extLst>
          </p:cNvPr>
          <p:cNvSpPr txBox="1"/>
          <p:nvPr/>
        </p:nvSpPr>
        <p:spPr>
          <a:xfrm>
            <a:off x="573259" y="427278"/>
            <a:ext cx="39002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AS" sz="4000" b="1" i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7E4141-8C61-951A-15B9-ED97F673806B}"/>
              </a:ext>
            </a:extLst>
          </p:cNvPr>
          <p:cNvSpPr txBox="1"/>
          <p:nvPr/>
        </p:nvSpPr>
        <p:spPr>
          <a:xfrm>
            <a:off x="573259" y="1464359"/>
            <a:ext cx="6098344" cy="392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Scraping data from Flipkart.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Cleaning and preparing the data.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Using Exploratory Data Analysis (EDA) to find market trends.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Using unsupervised learning to segment phones.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marR="0" lvl="0" indent="-3429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Using supervised learning to predict phone CATEGORY, with the XG BOOST model achieving high accuracy.</a:t>
            </a:r>
            <a:endParaRPr 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8926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รูปภาพQ And A – เลือกดูภาพถ่ายสต็อก เวกเตอร์ และวิดีโอ222,670 | Adobe Stock">
            <a:extLst>
              <a:ext uri="{FF2B5EF4-FFF2-40B4-BE49-F238E27FC236}">
                <a16:creationId xmlns:a16="http://schemas.microsoft.com/office/drawing/2014/main" id="{77BA197E-3BB3-2543-0B3C-405748902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279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199</TotalTime>
  <Words>554</Words>
  <Application>Microsoft Office PowerPoint</Application>
  <PresentationFormat>Widescreen</PresentationFormat>
  <Paragraphs>103</Paragraphs>
  <Slides>13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SARATHI A</dc:creator>
  <cp:lastModifiedBy>SARATHI A</cp:lastModifiedBy>
  <cp:revision>5</cp:revision>
  <dcterms:created xsi:type="dcterms:W3CDTF">2025-09-19T04:30:58Z</dcterms:created>
  <dcterms:modified xsi:type="dcterms:W3CDTF">2025-09-22T08:36:48Z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19737831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S10.9.2</vt:lpwstr>
  </property>
</Properties>
</file>